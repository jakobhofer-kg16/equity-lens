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tiff" ContentType="image/tiff"/>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4"/>
  </p:sldMasterIdLst>
  <p:notesMasterIdLst>
    <p:notesMasterId r:id="rId30"/>
  </p:notesMasterIdLst>
  <p:handoutMasterIdLst>
    <p:handoutMasterId r:id="rId31"/>
  </p:handoutMasterIdLst>
  <p:sldIdLst>
    <p:sldId id="5001" r:id="rId1001"/>
    <p:sldId id="5002" r:id="rId1002"/>
    <p:sldId id="5003" r:id="rId1003"/>
    <p:sldId id="5004" r:id="rId1004"/>
    <p:sldId id="5005" r:id="rId1005"/>
    <p:sldId id="5006" r:id="rId1006"/>
    <p:sldId id="5007" r:id="rId1007"/>
    <p:sldId id="5008" r:id="rId1008"/>
    <p:sldId id="5009" r:id="rId1009"/>
    <p:sldId id="5010" r:id="rId1010"/>
    <p:sldId id="5011" r:id="rId1011"/>
    <p:sldId id="5012" r:id="rId1012"/>
    <p:sldId id="5013" r:id="rId1013"/>
    <p:sldId id="5014" r:id="rId1014"/>
  </p:sldIdLst>
  <p:sldSz cx="9144000" cy="5715000" type="screen16x10"/>
  <p:notesSz cx="6858000" cy="9144000"/>
  <p:custDataLst>
    <p:tags r:id="rId32"/>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00">
          <p15:clr>
            <a:srgbClr val="A4A3A4"/>
          </p15:clr>
        </p15:guide>
        <p15:guide id="2" pos="5465">
          <p15:clr>
            <a:srgbClr val="A4A3A4"/>
          </p15:clr>
        </p15:guide>
        <p15:guide id="3" pos="4241">
          <p15:clr>
            <a:srgbClr val="A4A3A4"/>
          </p15:clr>
        </p15:guide>
        <p15:guide id="4" pos="4695">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9" name="Autor" initials="A" lastIdx="0" clrIdx="8"/>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A739E"/>
    <a:srgbClr val="002087"/>
    <a:srgbClr val="E7EFF7"/>
    <a:srgbClr val="CBDDEF"/>
    <a:srgbClr val="0096D3"/>
    <a:srgbClr val="0C94B7"/>
    <a:srgbClr val="41B4CE"/>
    <a:srgbClr val="73BAD1"/>
    <a:srgbClr val="65B4C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D27102A9-8310-4765-A935-A1911B00CA55}" styleName="Helle Formatvorlage 1 - Akz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8D230F3-CF80-4859-8CE7-A43EE81993B5}" styleName="Helle Formatvorlage 1 - Akz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ittlere Formatvorlage 1 - Akz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7262" autoAdjust="0"/>
  </p:normalViewPr>
  <p:slideViewPr>
    <p:cSldViewPr snapToGrid="0" showGuides="1">
      <p:cViewPr varScale="1">
        <p:scale>
          <a:sx n="88" d="100"/>
          <a:sy n="88" d="100"/>
        </p:scale>
        <p:origin x="684" y="68"/>
      </p:cViewPr>
      <p:guideLst>
        <p:guide orient="horz" pos="1800"/>
        <p:guide pos="5465"/>
        <p:guide pos="4241"/>
        <p:guide pos="4695"/>
      </p:guideLst>
    </p:cSldViewPr>
  </p:slideViewPr>
  <p:outlineViewPr>
    <p:cViewPr>
      <p:scale>
        <a:sx n="33" d="100"/>
        <a:sy n="33" d="100"/>
      </p:scale>
      <p:origin x="0" y="0"/>
    </p:cViewPr>
  </p:outlineViewPr>
  <p:notesTextViewPr>
    <p:cViewPr>
      <p:scale>
        <a:sx n="1" d="1"/>
        <a:sy n="1" d="1"/>
      </p:scale>
      <p:origin x="0" y="0"/>
    </p:cViewPr>
  </p:notesTextViewPr>
  <p:notesViewPr>
    <p:cSldViewPr snapToGrid="0" showGuides="1">
      <p:cViewPr varScale="1">
        <p:scale>
          <a:sx n="94" d="100"/>
          <a:sy n="94" d="100"/>
        </p:scale>
        <p:origin x="2748" y="84"/>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34" Type="http://schemas.openxmlformats.org/officeDocument/2006/relationships/presProps" Target="presProps.xml"/><Relationship Id="rId33" Type="http://schemas.openxmlformats.org/officeDocument/2006/relationships/commentAuthors" Target="commentAuthors.xml"/><Relationship Id="rId2" Type="http://schemas.openxmlformats.org/officeDocument/2006/relationships/customXml" Target="../customXml/item2.xml"/><Relationship Id="rId1" Type="http://schemas.openxmlformats.org/officeDocument/2006/relationships/customXml" Target="../customXml/item1.xml"/><Relationship Id="rId32" Type="http://schemas.openxmlformats.org/officeDocument/2006/relationships/tags" Target="tags/tag1.xml"/><Relationship Id="rId37" Type="http://schemas.openxmlformats.org/officeDocument/2006/relationships/tableStyles" Target="tableStyles.xml"/><Relationship Id="rId36" Type="http://schemas.openxmlformats.org/officeDocument/2006/relationships/theme" Target="theme/theme1.xml"/><Relationship Id="rId31" Type="http://schemas.openxmlformats.org/officeDocument/2006/relationships/handoutMaster" Target="handoutMasters/handoutMaster1.xml"/><Relationship Id="rId4" Type="http://schemas.openxmlformats.org/officeDocument/2006/relationships/slideMaster" Target="slideMasters/slideMaster1.xml"/><Relationship Id="rId30" Type="http://schemas.openxmlformats.org/officeDocument/2006/relationships/notesMaster" Target="notesMasters/notesMaster1.xml"/><Relationship Id="rId35" Type="http://schemas.openxmlformats.org/officeDocument/2006/relationships/viewProps" Target="viewProps.xml"/><Relationship Id="rId3" Type="http://schemas.openxmlformats.org/officeDocument/2006/relationships/customXml" Target="../customXml/item3.xml"/><Relationship Id="rId1001" Type="http://schemas.openxmlformats.org/officeDocument/2006/relationships/slide" Target="slides/slide1.xml"/><Relationship Id="rId1002" Type="http://schemas.openxmlformats.org/officeDocument/2006/relationships/slide" Target="slides/slide2.xml"/><Relationship Id="rId1003" Type="http://schemas.openxmlformats.org/officeDocument/2006/relationships/slide" Target="slides/slide3.xml"/><Relationship Id="rId1004" Type="http://schemas.openxmlformats.org/officeDocument/2006/relationships/slide" Target="slides/slide4.xml"/><Relationship Id="rId1005" Type="http://schemas.openxmlformats.org/officeDocument/2006/relationships/slide" Target="slides/slide5.xml"/><Relationship Id="rId1006" Type="http://schemas.openxmlformats.org/officeDocument/2006/relationships/slide" Target="slides/slide6.xml"/><Relationship Id="rId1007" Type="http://schemas.openxmlformats.org/officeDocument/2006/relationships/slide" Target="slides/slide7.xml"/><Relationship Id="rId1008" Type="http://schemas.openxmlformats.org/officeDocument/2006/relationships/slide" Target="slides/slide8.xml"/><Relationship Id="rId1009" Type="http://schemas.openxmlformats.org/officeDocument/2006/relationships/slide" Target="slides/slide9.xml"/><Relationship Id="rId1010" Type="http://schemas.openxmlformats.org/officeDocument/2006/relationships/slide" Target="slides/slide10.xml"/><Relationship Id="rId1011" Type="http://schemas.openxmlformats.org/officeDocument/2006/relationships/slide" Target="slides/slide11.xml"/><Relationship Id="rId1012" Type="http://schemas.openxmlformats.org/officeDocument/2006/relationships/slide" Target="slides/slide12.xml"/><Relationship Id="rId1013" Type="http://schemas.openxmlformats.org/officeDocument/2006/relationships/slide" Target="slides/slide13.xml"/><Relationship Id="rId1014" Type="http://schemas.openxmlformats.org/officeDocument/2006/relationships/slide" Target="slides/slide14.xml"/></Relationships>
</file>

<file path=ppt/charts/_rels/chart101.xml.rels><?xml version="1.0" encoding="UTF-8" standalone="yes"?>
<Relationships xmlns="http://schemas.openxmlformats.org/package/2006/relationships"><Relationship Id="rId1" Type="http://schemas.openxmlformats.org/officeDocument/2006/relationships/package" Target="../embeddings/wu_char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wu_char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wu_chart103.xlsx"/></Relationships>
</file>

<file path=ppt/charts/chart10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200" b="0" i="0" u="none" strike="noStrike">
                <a:solidFill>
                  <a:srgbClr val="1F2937"/>
                </a:solidFill>
                <a:latin typeface="Verdana"/>
              </a:defRPr>
            </a:pPr>
            <a:r>
              <a:rPr lang="en-GB" sz="1200" b="0" i="0" u="none" strike="noStrike">
                <a:solidFill>
                  <a:srgbClr val="1F2937"/>
                </a:solidFill>
                <a:latin typeface="Verdana"/>
              </a:rPr>
              <a:t>Signal by category (Spearman </a:t>
            </a:r>
            <a:r>
              <a:rPr lang="el-GR" sz="1200" b="0" i="0" u="none" strike="noStrike">
                <a:solidFill>
                  <a:srgbClr val="1F2937"/>
                </a:solidFill>
                <a:latin typeface="Verdana"/>
              </a:rPr>
              <a:t>ρ)</a:t>
            </a:r>
          </a:p>
        </c:rich>
      </c:tx>
      <c:overlay val="0"/>
    </c:title>
    <c:autoTitleDeleted val="0"/>
    <c:plotArea>
      <c:layout/>
      <c:barChart>
        <c:barDir val="bar"/>
        <c:grouping val="clustered"/>
        <c:varyColors val="0"/>
        <c:ser>
          <c:idx val="0"/>
          <c:order val="0"/>
          <c:tx>
            <c:strRef>
              <c:f>Sheet1!$B$1</c:f>
              <c:strCache>
                <c:ptCount val="1"/>
                <c:pt idx="0">
                  <c:v>Rank correlation with next-year excess return</c:v>
                </c:pt>
              </c:strCache>
            </c:strRef>
          </c:tx>
          <c:spPr>
            <a:solidFill>
              <a:schemeClr val="accent4"/>
            </a:solidFill>
            <a:effectLst/>
          </c:spPr>
          <c:invertIfNegative val="0"/>
          <c:dLbls>
            <c:numFmt formatCode="\+0.00;\-0.00" sourceLinked="0"/>
            <c:spPr>
              <a:noFill/>
              <a:ln>
                <a:noFill/>
              </a:ln>
              <a:effectLst/>
            </c:spPr>
            <c:txPr>
              <a:bodyPr/>
              <a:lstStyle/>
              <a:p>
                <a:pPr>
                  <a:defRPr sz="1000" b="0" i="0" u="none" strike="noStrike">
                    <a:solidFill>
                      <a:srgbClr val="000000"/>
                    </a:solidFill>
                    <a:latin typeface="Verdana"/>
                  </a:defRPr>
                </a:pPr>
                <a:endParaRPr lang="en-AT"/>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Growth</c:v>
                </c:pt>
                <c:pt idx="1">
                  <c:v>Profitability</c:v>
                </c:pt>
                <c:pt idx="2">
                  <c:v>Valuation vs peers</c:v>
                </c:pt>
                <c:pt idx="3">
                  <c:v>Financial health</c:v>
                </c:pt>
                <c:pt idx="4">
                  <c:v>Momentum</c:v>
                </c:pt>
              </c:strCache>
            </c:strRef>
          </c:cat>
          <c:val>
            <c:numRef>
              <c:f>Sheet1!$B$2:$B$6</c:f>
              <c:numCache>
                <c:formatCode>General</c:formatCode>
                <c:ptCount val="5"/>
                <c:pt idx="0">
                  <c:v>-0.01</c:v>
                </c:pt>
                <c:pt idx="1">
                  <c:v>-0.129</c:v>
                </c:pt>
                <c:pt idx="2">
                  <c:v>0.14499999999999999</c:v>
                </c:pt>
                <c:pt idx="3">
                  <c:v>3.3000000000000002E-2</c:v>
                </c:pt>
                <c:pt idx="4">
                  <c:v>1.9E-2</c:v>
                </c:pt>
              </c:numCache>
            </c:numRef>
          </c:val>
          <c:extLst>
            <c:ext xmlns:c16="http://schemas.microsoft.com/office/drawing/2014/chart" uri="{C3380CC4-5D6E-409C-BE32-E72D297353CC}">
              <c16:uniqueId val="{00000000-4075-6648-B6A1-7C82F903DA83}"/>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Verdana"/>
              </a:defRPr>
            </a:pPr>
            <a:endParaRPr lang="en-US"/>
          </a:p>
        </c:txPr>
        <c:crossAx val="2094734552"/>
        <c:crosses val="autoZero"/>
        <c:auto val="1"/>
        <c:lblAlgn val="ctr"/>
        <c:lblOffset val="100"/>
        <c:noMultiLvlLbl val="1"/>
      </c:catAx>
      <c:valAx>
        <c:axId val="2094734552"/>
        <c:scaling>
          <c:orientation val="minMax"/>
          <c:max val="0.2"/>
          <c:min val="-0.2"/>
        </c:scaling>
        <c:delete val="0"/>
        <c:axPos val="b"/>
        <c:majorGridlines>
          <c:spPr>
            <a:ln w="6350" cap="flat">
              <a:solidFill>
                <a:srgbClr val="E2E8F0"/>
              </a:solidFill>
              <a:prstDash val="solid"/>
              <a:round/>
            </a:ln>
          </c:spPr>
        </c:majorGridlines>
        <c:numFmt formatCode="0.00" sourceLinked="0"/>
        <c:majorTickMark val="out"/>
        <c:minorTickMark val="none"/>
        <c:tickLblPos val="low"/>
        <c:spPr>
          <a:ln w="12700" cap="flat">
            <a:solidFill>
              <a:srgbClr val="888888"/>
            </a:solidFill>
            <a:prstDash val="solid"/>
            <a:round/>
          </a:ln>
        </c:spPr>
        <c:txPr>
          <a:bodyPr/>
          <a:lstStyle/>
          <a:p>
            <a:pPr>
              <a:defRPr sz="900" b="0" i="0" u="none" strike="noStrike">
                <a:solidFill>
                  <a:srgbClr val="000000"/>
                </a:solidFill>
                <a:latin typeface="Verdana"/>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autoTitleDeleted val="1"/>
    <c:plotArea>
      <c:layout/>
      <c:barChart>
        <c:barDir val="bar"/>
        <c:grouping val="clustered"/>
        <c:varyColors val="0"/>
        <c:ser>
          <c:idx val="0"/>
          <c:order val="0"/>
          <c:tx>
            <c:strRef>
              <c:f>Sheet1!$B$1</c:f>
              <c:strCache>
                <c:ptCount val="1"/>
                <c:pt idx="0">
                  <c:v>Companies</c:v>
                </c:pt>
              </c:strCache>
            </c:strRef>
          </c:tx>
          <c:spPr>
            <a:solidFill>
              <a:schemeClr val="accent4"/>
            </a:solidFill>
            <a:effectLst/>
          </c:spPr>
          <c:invertIfNegative val="0"/>
          <c:dLbls>
            <c:numFmt formatCode="#,##0" sourceLinked="0"/>
            <c:spPr>
              <a:noFill/>
              <a:ln>
                <a:noFill/>
              </a:ln>
              <a:effectLst/>
            </c:spPr>
            <c:txPr>
              <a:bodyPr/>
              <a:lstStyle/>
              <a:p>
                <a:pPr>
                  <a:defRPr sz="1100" b="0" i="0" u="none" strike="noStrike">
                    <a:solidFill>
                      <a:srgbClr val="000000"/>
                    </a:solidFill>
                    <a:latin typeface="Verdana"/>
                  </a:defRPr>
                </a:pPr>
                <a:endParaRPr lang="en-AT"/>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With transcripts</c:v>
                </c:pt>
                <c:pt idx="1">
                  <c:v>With fundamentals</c:v>
                </c:pt>
                <c:pt idx="2">
                  <c:v>Cheap + acceptable call</c:v>
                </c:pt>
                <c:pt idx="3">
                  <c:v>Priced (industry cap)</c:v>
                </c:pt>
                <c:pt idx="4">
                  <c:v>Golden cross, RSI &lt; 70</c:v>
                </c:pt>
                <c:pt idx="5">
                  <c:v>Portfolio</c:v>
                </c:pt>
              </c:strCache>
            </c:strRef>
          </c:cat>
          <c:val>
            <c:numRef>
              <c:f>Sheet1!$B$2:$B$7</c:f>
              <c:numCache>
                <c:formatCode>General</c:formatCode>
                <c:ptCount val="6"/>
                <c:pt idx="0">
                  <c:v>383</c:v>
                </c:pt>
                <c:pt idx="1">
                  <c:v>372</c:v>
                </c:pt>
                <c:pt idx="2">
                  <c:v>171</c:v>
                </c:pt>
                <c:pt idx="3">
                  <c:v>40</c:v>
                </c:pt>
                <c:pt idx="4">
                  <c:v>16</c:v>
                </c:pt>
                <c:pt idx="5">
                  <c:v>16</c:v>
                </c:pt>
              </c:numCache>
            </c:numRef>
          </c:val>
          <c:extLst>
            <c:ext xmlns:c16="http://schemas.microsoft.com/office/drawing/2014/chart" uri="{C3380CC4-5D6E-409C-BE32-E72D297353CC}">
              <c16:uniqueId val="{00000000-27D0-144E-9279-BD770C3DBE71}"/>
            </c:ext>
          </c:extLst>
        </c:ser>
        <c:dLbls>
          <c:showLegendKey val="0"/>
          <c:showVal val="1"/>
          <c:showCatName val="0"/>
          <c:showSerName val="0"/>
          <c:showPercent val="0"/>
          <c:showBubbleSize val="0"/>
        </c:dLbls>
        <c:gapWidth val="150"/>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Verdana"/>
              </a:defRPr>
            </a:pPr>
            <a:endParaRPr lang="en-US"/>
          </a:p>
        </c:txPr>
        <c:crossAx val="2094734552"/>
        <c:crosses val="autoZero"/>
        <c:auto val="1"/>
        <c:lblAlgn val="ctr"/>
        <c:lblOffset val="100"/>
        <c:noMultiLvlLbl val="1"/>
      </c:catAx>
      <c:valAx>
        <c:axId val="2094734552"/>
        <c:scaling>
          <c:orientation val="minMax"/>
        </c:scaling>
        <c:delete val="1"/>
        <c:axPos val="t"/>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autoTitleDeleted val="1"/>
    <c:plotArea>
      <c:layout/>
      <c:barChart>
        <c:barDir val="col"/>
        <c:grouping val="clustered"/>
        <c:varyColors val="0"/>
        <c:ser>
          <c:idx val="0"/>
          <c:order val="0"/>
          <c:tx>
            <c:strRef>
              <c:f>Sheet1!$B$1</c:f>
              <c:strCache>
                <c:ptCount val="1"/>
                <c:pt idx="0">
                  <c:v>Maximum Sharpe (chosen)</c:v>
                </c:pt>
              </c:strCache>
            </c:strRef>
          </c:tx>
          <c:spPr>
            <a:solidFill>
              <a:schemeClr val="accent4"/>
            </a:solidFill>
            <a:effectLst/>
          </c:spPr>
          <c:invertIfNegative val="0"/>
          <c:cat>
            <c:strRef>
              <c:f>Sheet1!$A$2:$A$17</c:f>
              <c:strCache>
                <c:ptCount val="16"/>
                <c:pt idx="0">
                  <c:v>ALL</c:v>
                </c:pt>
                <c:pt idx="1">
                  <c:v>INCY</c:v>
                </c:pt>
                <c:pt idx="2">
                  <c:v>DAL</c:v>
                </c:pt>
                <c:pt idx="3">
                  <c:v>NVDA</c:v>
                </c:pt>
                <c:pt idx="4">
                  <c:v>SPG</c:v>
                </c:pt>
                <c:pt idx="5">
                  <c:v>SOLV</c:v>
                </c:pt>
                <c:pt idx="6">
                  <c:v>DVA</c:v>
                </c:pt>
                <c:pt idx="7">
                  <c:v>EXPE</c:v>
                </c:pt>
                <c:pt idx="8">
                  <c:v>GEN</c:v>
                </c:pt>
                <c:pt idx="9">
                  <c:v>OXY</c:v>
                </c:pt>
                <c:pt idx="10">
                  <c:v>CI</c:v>
                </c:pt>
                <c:pt idx="11">
                  <c:v>FRT</c:v>
                </c:pt>
                <c:pt idx="12">
                  <c:v>AES</c:v>
                </c:pt>
                <c:pt idx="13">
                  <c:v>BBY</c:v>
                </c:pt>
                <c:pt idx="14">
                  <c:v>EMN</c:v>
                </c:pt>
                <c:pt idx="15">
                  <c:v>DVN</c:v>
                </c:pt>
              </c:strCache>
            </c:strRef>
          </c:cat>
          <c:val>
            <c:numRef>
              <c:f>Sheet1!$B$2:$B$17</c:f>
              <c:numCache>
                <c:formatCode>General</c:formatCode>
                <c:ptCount val="16"/>
                <c:pt idx="0">
                  <c:v>10</c:v>
                </c:pt>
                <c:pt idx="1">
                  <c:v>10</c:v>
                </c:pt>
                <c:pt idx="2">
                  <c:v>10</c:v>
                </c:pt>
                <c:pt idx="3">
                  <c:v>10</c:v>
                </c:pt>
                <c:pt idx="4">
                  <c:v>10</c:v>
                </c:pt>
                <c:pt idx="5">
                  <c:v>10</c:v>
                </c:pt>
                <c:pt idx="6">
                  <c:v>10</c:v>
                </c:pt>
                <c:pt idx="7">
                  <c:v>10</c:v>
                </c:pt>
                <c:pt idx="8">
                  <c:v>4.9000000000000004</c:v>
                </c:pt>
                <c:pt idx="9">
                  <c:v>3.1</c:v>
                </c:pt>
                <c:pt idx="10">
                  <c:v>2</c:v>
                </c:pt>
                <c:pt idx="11">
                  <c:v>2</c:v>
                </c:pt>
                <c:pt idx="12">
                  <c:v>2</c:v>
                </c:pt>
                <c:pt idx="13">
                  <c:v>2</c:v>
                </c:pt>
                <c:pt idx="14">
                  <c:v>2</c:v>
                </c:pt>
                <c:pt idx="15">
                  <c:v>2</c:v>
                </c:pt>
              </c:numCache>
            </c:numRef>
          </c:val>
          <c:extLst>
            <c:ext xmlns:c16="http://schemas.microsoft.com/office/drawing/2014/chart" uri="{C3380CC4-5D6E-409C-BE32-E72D297353CC}">
              <c16:uniqueId val="{00000000-C814-4E48-8B63-16BC6492779E}"/>
            </c:ext>
          </c:extLst>
        </c:ser>
        <c:ser>
          <c:idx val="1"/>
          <c:order val="1"/>
          <c:tx>
            <c:strRef>
              <c:f>Sheet1!$C$1</c:f>
              <c:strCache>
                <c:ptCount val="1"/>
                <c:pt idx="0">
                  <c:v>Minimum variance</c:v>
                </c:pt>
              </c:strCache>
            </c:strRef>
          </c:tx>
          <c:spPr>
            <a:solidFill>
              <a:schemeClr val="accent3"/>
            </a:solidFill>
            <a:effectLst/>
          </c:spPr>
          <c:invertIfNegative val="0"/>
          <c:cat>
            <c:strRef>
              <c:f>Sheet1!$A$2:$A$17</c:f>
              <c:strCache>
                <c:ptCount val="16"/>
                <c:pt idx="0">
                  <c:v>ALL</c:v>
                </c:pt>
                <c:pt idx="1">
                  <c:v>INCY</c:v>
                </c:pt>
                <c:pt idx="2">
                  <c:v>DAL</c:v>
                </c:pt>
                <c:pt idx="3">
                  <c:v>NVDA</c:v>
                </c:pt>
                <c:pt idx="4">
                  <c:v>SPG</c:v>
                </c:pt>
                <c:pt idx="5">
                  <c:v>SOLV</c:v>
                </c:pt>
                <c:pt idx="6">
                  <c:v>DVA</c:v>
                </c:pt>
                <c:pt idx="7">
                  <c:v>EXPE</c:v>
                </c:pt>
                <c:pt idx="8">
                  <c:v>GEN</c:v>
                </c:pt>
                <c:pt idx="9">
                  <c:v>OXY</c:v>
                </c:pt>
                <c:pt idx="10">
                  <c:v>CI</c:v>
                </c:pt>
                <c:pt idx="11">
                  <c:v>FRT</c:v>
                </c:pt>
                <c:pt idx="12">
                  <c:v>AES</c:v>
                </c:pt>
                <c:pt idx="13">
                  <c:v>BBY</c:v>
                </c:pt>
                <c:pt idx="14">
                  <c:v>EMN</c:v>
                </c:pt>
                <c:pt idx="15">
                  <c:v>DVN</c:v>
                </c:pt>
              </c:strCache>
            </c:strRef>
          </c:cat>
          <c:val>
            <c:numRef>
              <c:f>Sheet1!$C$2:$C$17</c:f>
              <c:numCache>
                <c:formatCode>General</c:formatCode>
                <c:ptCount val="16"/>
                <c:pt idx="0">
                  <c:v>10</c:v>
                </c:pt>
                <c:pt idx="1">
                  <c:v>10</c:v>
                </c:pt>
                <c:pt idx="2">
                  <c:v>2</c:v>
                </c:pt>
                <c:pt idx="3">
                  <c:v>8</c:v>
                </c:pt>
                <c:pt idx="4">
                  <c:v>10</c:v>
                </c:pt>
                <c:pt idx="5">
                  <c:v>2</c:v>
                </c:pt>
                <c:pt idx="6">
                  <c:v>7.4</c:v>
                </c:pt>
                <c:pt idx="7">
                  <c:v>2</c:v>
                </c:pt>
                <c:pt idx="8">
                  <c:v>8.6999999999999993</c:v>
                </c:pt>
                <c:pt idx="9">
                  <c:v>10</c:v>
                </c:pt>
                <c:pt idx="10">
                  <c:v>10</c:v>
                </c:pt>
                <c:pt idx="11">
                  <c:v>10</c:v>
                </c:pt>
                <c:pt idx="12">
                  <c:v>3.9</c:v>
                </c:pt>
                <c:pt idx="13">
                  <c:v>2</c:v>
                </c:pt>
                <c:pt idx="14">
                  <c:v>2</c:v>
                </c:pt>
                <c:pt idx="15">
                  <c:v>2</c:v>
                </c:pt>
              </c:numCache>
            </c:numRef>
          </c:val>
          <c:extLst>
            <c:ext xmlns:c16="http://schemas.microsoft.com/office/drawing/2014/chart" uri="{C3380CC4-5D6E-409C-BE32-E72D297353CC}">
              <c16:uniqueId val="{00000001-C814-4E48-8B63-16BC6492779E}"/>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00000"/>
                </a:solidFill>
                <a:latin typeface="Verdana"/>
              </a:defRPr>
            </a:pPr>
            <a:endParaRPr lang="en-US"/>
          </a:p>
        </c:txPr>
        <c:crossAx val="2094734552"/>
        <c:crosses val="autoZero"/>
        <c:auto val="1"/>
        <c:lblAlgn val="ctr"/>
        <c:lblOffset val="100"/>
        <c:noMultiLvlLbl val="1"/>
      </c:catAx>
      <c:valAx>
        <c:axId val="2094734552"/>
        <c:scaling>
          <c:orientation val="minMax"/>
          <c:max val="12"/>
        </c:scaling>
        <c:delete val="0"/>
        <c:axPos val="l"/>
        <c:majorGridlines>
          <c:spPr>
            <a:ln w="6350" cap="flat">
              <a:solidFill>
                <a:srgbClr val="E2E8F0"/>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Verdana"/>
              </a:defRPr>
            </a:pPr>
            <a:endParaRPr lang="en-US"/>
          </a:p>
        </c:txPr>
        <c:crossAx val="2094734554"/>
        <c:crosses val="autoZero"/>
        <c:crossBetween val="between"/>
      </c:valAx>
      <c:spPr>
        <a:noFill/>
        <a:ln>
          <a:noFill/>
        </a:ln>
        <a:effectLst/>
      </c:spPr>
    </c:plotArea>
    <c:legend>
      <c:legendPos val="b"/>
      <c:overlay val="0"/>
      <c:txPr>
        <a:bodyPr/>
        <a:lstStyle/>
        <a:p>
          <a:pPr>
            <a:defRPr sz="1000"/>
          </a:pPr>
          <a:endParaRPr lang="en-US"/>
        </a:p>
      </c:txPr>
    </c:legend>
    <c:plotVisOnly val="1"/>
    <c:dispBlanksAs val="span"/>
    <c:showDLblsOverMax val="1"/>
  </c:chart>
  <c:spPr>
    <a:noFill/>
    <a:ln>
      <a:noFill/>
    </a:ln>
    <a:effectLst/>
  </c:spPr>
  <c:externalData r:id="rId1">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102">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1">
      <cs:styleClr val="auto"/>
    </cs:lnRef>
    <cs:lineWidthScale>3</cs:lineWidthScale>
    <cs:fillRef idx="0"/>
    <cs:effectRef idx="0"/>
    <cs:fontRef idx="minor">
      <a:schemeClr val="tx1"/>
    </cs:fontRef>
    <cs:spPr>
      <a:ln cap="rnd">
        <a:round/>
      </a:ln>
    </cs:spPr>
  </cs:dataPointLine>
  <cs:dataPointMarker>
    <cs:lnRef idx="1">
      <cs:styleClr val="auto"/>
    </cs:lnRef>
    <cs:fillRef idx="1">
      <cs:styleClr val="auto"/>
    </cs:fillRef>
    <cs:effectRef idx="0"/>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1">
      <a:schemeClr val="tx1"/>
    </cs:lnRef>
    <cs:fillRef idx="1">
      <a:schemeClr val="dk1">
        <a:tint val="95000"/>
      </a:schemeClr>
    </cs:fillRef>
    <cs:effectRef idx="0"/>
    <cs:fontRef idx="minor">
      <a:schemeClr val="tx1"/>
    </cs:fontRef>
    <cs:spPr>
      <a:ln>
        <a:round/>
      </a:ln>
    </cs:spPr>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1">
      <a:schemeClr val="tx1"/>
    </cs:lnRef>
    <cs:fillRef idx="1">
      <a:schemeClr val="dk1">
        <a:tint val="5000"/>
      </a:schemeClr>
    </cs:fillRef>
    <cs:effectRef idx="0"/>
    <cs:fontRef idx="minor">
      <a:schemeClr val="tx1"/>
    </cs:fontRef>
    <cs:spPr>
      <a:ln>
        <a:round/>
      </a:ln>
    </cs:spPr>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charts/style2.xml><?xml version="1.0" encoding="utf-8"?>
<cs:chartStyle xmlns:cs="http://schemas.microsoft.com/office/drawing/2012/chartStyle" xmlns:a="http://schemas.openxmlformats.org/drawingml/2006/main" id="102">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1">
      <cs:styleClr val="auto"/>
    </cs:lnRef>
    <cs:lineWidthScale>3</cs:lineWidthScale>
    <cs:fillRef idx="0"/>
    <cs:effectRef idx="0"/>
    <cs:fontRef idx="minor">
      <a:schemeClr val="tx1"/>
    </cs:fontRef>
    <cs:spPr>
      <a:ln cap="rnd">
        <a:round/>
      </a:ln>
    </cs:spPr>
  </cs:dataPointLine>
  <cs:dataPointMarker>
    <cs:lnRef idx="1">
      <cs:styleClr val="auto"/>
    </cs:lnRef>
    <cs:fillRef idx="1">
      <cs:styleClr val="auto"/>
    </cs:fillRef>
    <cs:effectRef idx="0"/>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1">
      <a:schemeClr val="tx1"/>
    </cs:lnRef>
    <cs:fillRef idx="1">
      <a:schemeClr val="dk1">
        <a:tint val="95000"/>
      </a:schemeClr>
    </cs:fillRef>
    <cs:effectRef idx="0"/>
    <cs:fontRef idx="minor">
      <a:schemeClr val="tx1"/>
    </cs:fontRef>
    <cs:spPr>
      <a:ln>
        <a:round/>
      </a:ln>
    </cs:spPr>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1">
      <a:schemeClr val="tx1"/>
    </cs:lnRef>
    <cs:fillRef idx="1">
      <a:schemeClr val="dk1">
        <a:tint val="5000"/>
      </a:schemeClr>
    </cs:fillRef>
    <cs:effectRef idx="0"/>
    <cs:fontRef idx="minor">
      <a:schemeClr val="tx1"/>
    </cs:fontRef>
    <cs:spPr>
      <a:ln>
        <a:round/>
      </a:ln>
    </cs:spPr>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charts/style3.xml><?xml version="1.0" encoding="utf-8"?>
<cs:chartStyle xmlns:cs="http://schemas.microsoft.com/office/drawing/2012/chartStyle" xmlns:a="http://schemas.openxmlformats.org/drawingml/2006/main" id="102">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1">
      <cs:styleClr val="auto"/>
    </cs:lnRef>
    <cs:lineWidthScale>3</cs:lineWidthScale>
    <cs:fillRef idx="0"/>
    <cs:effectRef idx="0"/>
    <cs:fontRef idx="minor">
      <a:schemeClr val="tx1"/>
    </cs:fontRef>
    <cs:spPr>
      <a:ln cap="rnd">
        <a:round/>
      </a:ln>
    </cs:spPr>
  </cs:dataPointLine>
  <cs:dataPointMarker>
    <cs:lnRef idx="1">
      <cs:styleClr val="auto"/>
    </cs:lnRef>
    <cs:fillRef idx="1">
      <cs:styleClr val="auto"/>
    </cs:fillRef>
    <cs:effectRef idx="0"/>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1">
      <a:schemeClr val="tx1"/>
    </cs:lnRef>
    <cs:fillRef idx="1">
      <a:schemeClr val="dk1">
        <a:tint val="95000"/>
      </a:schemeClr>
    </cs:fillRef>
    <cs:effectRef idx="0"/>
    <cs:fontRef idx="minor">
      <a:schemeClr val="tx1"/>
    </cs:fontRef>
    <cs:spPr>
      <a:ln>
        <a:round/>
      </a:ln>
    </cs:spPr>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1">
      <a:schemeClr val="tx1"/>
    </cs:lnRef>
    <cs:fillRef idx="1">
      <a:schemeClr val="dk1">
        <a:tint val="5000"/>
      </a:schemeClr>
    </cs:fillRef>
    <cs:effectRef idx="0"/>
    <cs:fontRef idx="minor">
      <a:schemeClr val="tx1"/>
    </cs:fontRef>
    <cs:spPr>
      <a:ln>
        <a:round/>
      </a:ln>
    </cs:spPr>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charts/style4.xml><?xml version="1.0" encoding="utf-8"?>
<cs:chartStyle xmlns:cs="http://schemas.microsoft.com/office/drawing/2012/chartStyle" xmlns:a="http://schemas.openxmlformats.org/drawingml/2006/main" id="103">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1">
      <cs:styleClr val="auto"/>
    </cs:lnRef>
    <cs:lineWidthScale>3</cs:lineWidthScale>
    <cs:fillRef idx="0"/>
    <cs:effectRef idx="0"/>
    <cs:fontRef idx="minor">
      <a:schemeClr val="tx1"/>
    </cs:fontRef>
    <cs:spPr>
      <a:ln cap="rnd">
        <a:round/>
      </a:ln>
    </cs:spPr>
  </cs:dataPointLine>
  <cs:dataPointMarker>
    <cs:lnRef idx="1">
      <cs:styleClr val="auto"/>
    </cs:lnRef>
    <cs:fillRef idx="1">
      <cs:styleClr val="auto"/>
    </cs:fillRef>
    <cs:effectRef idx="0"/>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1">
      <a:schemeClr val="tx1"/>
    </cs:lnRef>
    <cs:fillRef idx="1" mods="ignoreCSTransforms">
      <cs:styleClr val="0">
        <a:shade val="25000"/>
      </cs:styleClr>
    </cs:fillRef>
    <cs:effectRef idx="0"/>
    <cs:fontRef idx="minor">
      <a:schemeClr val="tx1"/>
    </cs:fontRef>
    <cs:spPr>
      <a:ln>
        <a:round/>
      </a:ln>
    </cs:spPr>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1">
      <a:schemeClr val="tx1"/>
    </cs:lnRef>
    <cs:fillRef idx="1" mods="ignoreCSTransforms">
      <cs:styleClr val="0">
        <a:tint val="25000"/>
      </cs:styleClr>
    </cs:fillRef>
    <cs:effectRef idx="0"/>
    <cs:fontRef idx="minor">
      <a:schemeClr val="tx1"/>
    </cs:fontRef>
    <cs:spPr>
      <a:ln>
        <a:round/>
      </a:ln>
    </cs:spPr>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0DADCE1-209B-4F37-A169-92C1C80F3943}" type="doc">
      <dgm:prSet loTypeId="urn:microsoft.com/office/officeart/2005/8/layout/hList1" loCatId="list" qsTypeId="urn:microsoft.com/office/officeart/2005/8/quickstyle/simple1" qsCatId="simple" csTypeId="urn:microsoft.com/office/officeart/2005/8/colors/accent1_2" csCatId="accent1" phldr="1"/>
      <dgm:spPr/>
      <dgm:t>
        <a:bodyPr/>
        <a:lstStyle/>
        <a:p>
          <a:endParaRPr lang="de-AT"/>
        </a:p>
      </dgm:t>
    </dgm:pt>
    <dgm:pt modelId="{4CECD30B-B273-4FC4-97B4-9FFE9D08CEA2}">
      <dgm:prSet phldrT="[Text]" custT="1"/>
      <dgm:spPr/>
      <dgm:t>
        <a:bodyPr/>
        <a:lstStyle/>
        <a:p>
          <a:pPr>
            <a:lnSpc>
              <a:spcPct val="110000"/>
            </a:lnSpc>
            <a:spcBef>
              <a:spcPts val="0"/>
            </a:spcBef>
            <a:spcAft>
              <a:spcPts val="0"/>
            </a:spcAft>
          </a:pPr>
          <a:r>
            <a:rPr lang="de-AT" sz="1400" b="1" dirty="0"/>
            <a:t>Überschrift</a:t>
          </a:r>
        </a:p>
      </dgm:t>
    </dgm:pt>
    <dgm:pt modelId="{BA9B0235-FB19-477D-A486-6F78A1CA1C97}" type="parTrans" cxnId="{074149CD-B62A-4234-B1AD-DDE1F9F0FABC}">
      <dgm:prSet/>
      <dgm:spPr/>
      <dgm:t>
        <a:bodyPr/>
        <a:lstStyle/>
        <a:p>
          <a:pPr>
            <a:lnSpc>
              <a:spcPct val="110000"/>
            </a:lnSpc>
            <a:spcBef>
              <a:spcPts val="0"/>
            </a:spcBef>
            <a:spcAft>
              <a:spcPts val="0"/>
            </a:spcAft>
          </a:pPr>
          <a:endParaRPr lang="de-AT"/>
        </a:p>
      </dgm:t>
    </dgm:pt>
    <dgm:pt modelId="{7878954A-9BD1-4015-B770-AA6AE1A29051}" type="sibTrans" cxnId="{074149CD-B62A-4234-B1AD-DDE1F9F0FABC}">
      <dgm:prSet/>
      <dgm:spPr/>
      <dgm:t>
        <a:bodyPr/>
        <a:lstStyle/>
        <a:p>
          <a:pPr>
            <a:lnSpc>
              <a:spcPct val="110000"/>
            </a:lnSpc>
            <a:spcBef>
              <a:spcPts val="0"/>
            </a:spcBef>
            <a:spcAft>
              <a:spcPts val="0"/>
            </a:spcAft>
          </a:pPr>
          <a:endParaRPr lang="de-AT"/>
        </a:p>
      </dgm:t>
    </dgm:pt>
    <dgm:pt modelId="{C8C82FFD-A8C9-4035-AB69-1641067CCFAA}">
      <dgm:prSet phldrT="[Text]" custT="1"/>
      <dgm:spPr/>
      <dgm:t>
        <a:bodyPr/>
        <a:lstStyle/>
        <a:p>
          <a:pPr>
            <a:lnSpc>
              <a:spcPct val="110000"/>
            </a:lnSpc>
            <a:spcBef>
              <a:spcPts val="0"/>
            </a:spcBef>
            <a:spcAft>
              <a:spcPts val="0"/>
            </a:spcAft>
          </a:pPr>
          <a:r>
            <a:rPr lang="de-DE" sz="1400" b="0" dirty="0"/>
            <a:t>Lore </a:t>
          </a:r>
          <a:r>
            <a:rPr lang="de-DE" sz="1400" b="0" dirty="0" err="1"/>
            <a:t>Ipsum</a:t>
          </a:r>
          <a:endParaRPr lang="de-AT" sz="1400" dirty="0"/>
        </a:p>
      </dgm:t>
    </dgm:pt>
    <dgm:pt modelId="{EC1E4969-AF31-4BE5-A579-68C7AE913B9E}" type="parTrans" cxnId="{88EB42A3-DCA6-4AE6-AED3-2B3B4B2FCB24}">
      <dgm:prSet/>
      <dgm:spPr/>
      <dgm:t>
        <a:bodyPr/>
        <a:lstStyle/>
        <a:p>
          <a:pPr>
            <a:lnSpc>
              <a:spcPct val="110000"/>
            </a:lnSpc>
            <a:spcBef>
              <a:spcPts val="0"/>
            </a:spcBef>
            <a:spcAft>
              <a:spcPts val="0"/>
            </a:spcAft>
          </a:pPr>
          <a:endParaRPr lang="de-AT"/>
        </a:p>
      </dgm:t>
    </dgm:pt>
    <dgm:pt modelId="{BA0AB3D3-09AF-49F5-8A6A-6956EC760C94}" type="sibTrans" cxnId="{88EB42A3-DCA6-4AE6-AED3-2B3B4B2FCB24}">
      <dgm:prSet/>
      <dgm:spPr/>
      <dgm:t>
        <a:bodyPr/>
        <a:lstStyle/>
        <a:p>
          <a:pPr>
            <a:lnSpc>
              <a:spcPct val="110000"/>
            </a:lnSpc>
            <a:spcBef>
              <a:spcPts val="0"/>
            </a:spcBef>
            <a:spcAft>
              <a:spcPts val="0"/>
            </a:spcAft>
          </a:pPr>
          <a:endParaRPr lang="de-AT"/>
        </a:p>
      </dgm:t>
    </dgm:pt>
    <dgm:pt modelId="{DB46545F-1C42-48B0-9EFA-8183402C452A}">
      <dgm:prSet phldrT="[Text]" custT="1"/>
      <dgm:spPr/>
      <dgm:t>
        <a:bodyPr/>
        <a:lstStyle/>
        <a:p>
          <a:pPr>
            <a:lnSpc>
              <a:spcPct val="110000"/>
            </a:lnSpc>
            <a:spcBef>
              <a:spcPts val="0"/>
            </a:spcBef>
            <a:spcAft>
              <a:spcPts val="0"/>
            </a:spcAft>
          </a:pPr>
          <a:r>
            <a:rPr lang="de-AT" sz="1400" b="1" dirty="0"/>
            <a:t>Header</a:t>
          </a:r>
        </a:p>
      </dgm:t>
    </dgm:pt>
    <dgm:pt modelId="{6875BEF9-13C8-48E4-A61F-FF2E9349759C}" type="parTrans" cxnId="{3FB9067F-0B10-4F0A-9959-8F976C67FB95}">
      <dgm:prSet/>
      <dgm:spPr/>
      <dgm:t>
        <a:bodyPr/>
        <a:lstStyle/>
        <a:p>
          <a:pPr>
            <a:lnSpc>
              <a:spcPct val="110000"/>
            </a:lnSpc>
            <a:spcBef>
              <a:spcPts val="0"/>
            </a:spcBef>
            <a:spcAft>
              <a:spcPts val="0"/>
            </a:spcAft>
          </a:pPr>
          <a:endParaRPr lang="de-AT"/>
        </a:p>
      </dgm:t>
    </dgm:pt>
    <dgm:pt modelId="{80870E79-0BA8-489F-BB41-107BC5CDF7DB}" type="sibTrans" cxnId="{3FB9067F-0B10-4F0A-9959-8F976C67FB95}">
      <dgm:prSet/>
      <dgm:spPr/>
      <dgm:t>
        <a:bodyPr/>
        <a:lstStyle/>
        <a:p>
          <a:pPr>
            <a:lnSpc>
              <a:spcPct val="110000"/>
            </a:lnSpc>
            <a:spcBef>
              <a:spcPts val="0"/>
            </a:spcBef>
            <a:spcAft>
              <a:spcPts val="0"/>
            </a:spcAft>
          </a:pPr>
          <a:endParaRPr lang="de-AT"/>
        </a:p>
      </dgm:t>
    </dgm:pt>
    <dgm:pt modelId="{0EDE6474-BB2C-4470-8D01-7B671950A45C}">
      <dgm:prSet phldrT="[Text]" custT="1"/>
      <dgm:spPr/>
      <dgm:t>
        <a:bodyPr/>
        <a:lstStyle/>
        <a:p>
          <a:pPr>
            <a:lnSpc>
              <a:spcPct val="110000"/>
            </a:lnSpc>
            <a:spcBef>
              <a:spcPts val="0"/>
            </a:spcBef>
            <a:spcAft>
              <a:spcPts val="0"/>
            </a:spcAft>
          </a:pPr>
          <a:r>
            <a:rPr lang="de-DE" sz="1400" b="0" dirty="0"/>
            <a:t>Lore </a:t>
          </a:r>
          <a:r>
            <a:rPr lang="de-DE" sz="1400" b="0" dirty="0" err="1"/>
            <a:t>Ipsum</a:t>
          </a:r>
          <a:endParaRPr lang="de-AT" sz="1400" dirty="0"/>
        </a:p>
      </dgm:t>
    </dgm:pt>
    <dgm:pt modelId="{7C8D7738-03B1-4EF1-AA73-B0CA35F93810}" type="parTrans" cxnId="{6915D2A3-A3A7-413A-8943-1E9B32C746D4}">
      <dgm:prSet/>
      <dgm:spPr/>
      <dgm:t>
        <a:bodyPr/>
        <a:lstStyle/>
        <a:p>
          <a:pPr>
            <a:lnSpc>
              <a:spcPct val="110000"/>
            </a:lnSpc>
            <a:spcBef>
              <a:spcPts val="0"/>
            </a:spcBef>
            <a:spcAft>
              <a:spcPts val="0"/>
            </a:spcAft>
          </a:pPr>
          <a:endParaRPr lang="de-AT"/>
        </a:p>
      </dgm:t>
    </dgm:pt>
    <dgm:pt modelId="{F32DFCEB-3F44-4FFC-BBB7-ECECB8B06564}" type="sibTrans" cxnId="{6915D2A3-A3A7-413A-8943-1E9B32C746D4}">
      <dgm:prSet/>
      <dgm:spPr/>
      <dgm:t>
        <a:bodyPr/>
        <a:lstStyle/>
        <a:p>
          <a:pPr>
            <a:lnSpc>
              <a:spcPct val="110000"/>
            </a:lnSpc>
            <a:spcBef>
              <a:spcPts val="0"/>
            </a:spcBef>
            <a:spcAft>
              <a:spcPts val="0"/>
            </a:spcAft>
          </a:pPr>
          <a:endParaRPr lang="de-AT"/>
        </a:p>
      </dgm:t>
    </dgm:pt>
    <dgm:pt modelId="{65DA2262-8543-49FC-AD69-D4BF0636AE61}">
      <dgm:prSet phldrT="[Text]" custT="1"/>
      <dgm:spPr/>
      <dgm:t>
        <a:bodyPr/>
        <a:lstStyle/>
        <a:p>
          <a:pPr>
            <a:lnSpc>
              <a:spcPct val="110000"/>
            </a:lnSpc>
            <a:spcBef>
              <a:spcPts val="0"/>
            </a:spcBef>
            <a:spcAft>
              <a:spcPts val="0"/>
            </a:spcAft>
          </a:pPr>
          <a:r>
            <a:rPr lang="de-AT" sz="1400" b="1" dirty="0"/>
            <a:t>Überschrift</a:t>
          </a:r>
        </a:p>
      </dgm:t>
    </dgm:pt>
    <dgm:pt modelId="{DB0A54FD-349E-4773-BA95-2020712D17D8}" type="parTrans" cxnId="{696F6778-91E9-4157-8FCB-81B0B55C139C}">
      <dgm:prSet/>
      <dgm:spPr/>
      <dgm:t>
        <a:bodyPr/>
        <a:lstStyle/>
        <a:p>
          <a:pPr>
            <a:lnSpc>
              <a:spcPct val="110000"/>
            </a:lnSpc>
            <a:spcBef>
              <a:spcPts val="0"/>
            </a:spcBef>
            <a:spcAft>
              <a:spcPts val="0"/>
            </a:spcAft>
          </a:pPr>
          <a:endParaRPr lang="de-AT"/>
        </a:p>
      </dgm:t>
    </dgm:pt>
    <dgm:pt modelId="{7C3B7C63-7386-4EA1-828C-35FF452308C1}" type="sibTrans" cxnId="{696F6778-91E9-4157-8FCB-81B0B55C139C}">
      <dgm:prSet/>
      <dgm:spPr/>
      <dgm:t>
        <a:bodyPr/>
        <a:lstStyle/>
        <a:p>
          <a:pPr>
            <a:lnSpc>
              <a:spcPct val="110000"/>
            </a:lnSpc>
            <a:spcBef>
              <a:spcPts val="0"/>
            </a:spcBef>
            <a:spcAft>
              <a:spcPts val="0"/>
            </a:spcAft>
          </a:pPr>
          <a:endParaRPr lang="de-AT"/>
        </a:p>
      </dgm:t>
    </dgm:pt>
    <dgm:pt modelId="{5F353B82-DB80-442B-890A-547434AC7AAC}">
      <dgm:prSet phldrT="[Text]" custT="1"/>
      <dgm:spPr/>
      <dgm:t>
        <a:bodyPr/>
        <a:lstStyle/>
        <a:p>
          <a:pPr>
            <a:lnSpc>
              <a:spcPct val="110000"/>
            </a:lnSpc>
            <a:spcBef>
              <a:spcPts val="0"/>
            </a:spcBef>
            <a:spcAft>
              <a:spcPts val="0"/>
            </a:spcAft>
          </a:pPr>
          <a:r>
            <a:rPr lang="de-DE" sz="1400" b="0" dirty="0"/>
            <a:t>Lore </a:t>
          </a:r>
          <a:r>
            <a:rPr lang="de-DE" sz="1400" b="0" dirty="0" err="1"/>
            <a:t>Ipsum</a:t>
          </a:r>
          <a:endParaRPr lang="de-AT" sz="1400" dirty="0"/>
        </a:p>
      </dgm:t>
    </dgm:pt>
    <dgm:pt modelId="{A47EFF1E-28C3-41D2-B43A-8EAC0231462A}" type="parTrans" cxnId="{C3AD2494-F17B-473A-B569-AE418B5E412D}">
      <dgm:prSet/>
      <dgm:spPr/>
      <dgm:t>
        <a:bodyPr/>
        <a:lstStyle/>
        <a:p>
          <a:pPr>
            <a:lnSpc>
              <a:spcPct val="110000"/>
            </a:lnSpc>
            <a:spcBef>
              <a:spcPts val="0"/>
            </a:spcBef>
            <a:spcAft>
              <a:spcPts val="0"/>
            </a:spcAft>
          </a:pPr>
          <a:endParaRPr lang="de-AT"/>
        </a:p>
      </dgm:t>
    </dgm:pt>
    <dgm:pt modelId="{7CD16680-592C-4703-9D00-19348BA36919}" type="sibTrans" cxnId="{C3AD2494-F17B-473A-B569-AE418B5E412D}">
      <dgm:prSet/>
      <dgm:spPr/>
      <dgm:t>
        <a:bodyPr/>
        <a:lstStyle/>
        <a:p>
          <a:pPr>
            <a:lnSpc>
              <a:spcPct val="110000"/>
            </a:lnSpc>
            <a:spcBef>
              <a:spcPts val="0"/>
            </a:spcBef>
            <a:spcAft>
              <a:spcPts val="0"/>
            </a:spcAft>
          </a:pPr>
          <a:endParaRPr lang="de-AT"/>
        </a:p>
      </dgm:t>
    </dgm:pt>
    <dgm:pt modelId="{D553874D-F13B-44F8-A159-D255C7054B20}">
      <dgm:prSet custT="1"/>
      <dgm:spPr/>
      <dgm:t>
        <a:bodyPr/>
        <a:lstStyle/>
        <a:p>
          <a:pPr>
            <a:lnSpc>
              <a:spcPct val="110000"/>
            </a:lnSpc>
            <a:spcBef>
              <a:spcPts val="0"/>
            </a:spcBef>
            <a:spcAft>
              <a:spcPts val="0"/>
            </a:spcAft>
          </a:pPr>
          <a:r>
            <a:rPr lang="de-AT" sz="1400" b="1" dirty="0"/>
            <a:t>Title</a:t>
          </a:r>
        </a:p>
      </dgm:t>
    </dgm:pt>
    <dgm:pt modelId="{74397D93-0995-4696-B511-9364A42F1410}" type="parTrans" cxnId="{D8BDD26E-E4FB-46A9-BC21-931ABF771AEB}">
      <dgm:prSet/>
      <dgm:spPr/>
      <dgm:t>
        <a:bodyPr/>
        <a:lstStyle/>
        <a:p>
          <a:pPr>
            <a:lnSpc>
              <a:spcPct val="110000"/>
            </a:lnSpc>
            <a:spcBef>
              <a:spcPts val="0"/>
            </a:spcBef>
            <a:spcAft>
              <a:spcPts val="0"/>
            </a:spcAft>
          </a:pPr>
          <a:endParaRPr lang="de-AT"/>
        </a:p>
      </dgm:t>
    </dgm:pt>
    <dgm:pt modelId="{F9C4AD43-3B06-42EA-8A19-4FEDCE3F5E23}" type="sibTrans" cxnId="{D8BDD26E-E4FB-46A9-BC21-931ABF771AEB}">
      <dgm:prSet/>
      <dgm:spPr/>
      <dgm:t>
        <a:bodyPr/>
        <a:lstStyle/>
        <a:p>
          <a:pPr>
            <a:lnSpc>
              <a:spcPct val="110000"/>
            </a:lnSpc>
            <a:spcBef>
              <a:spcPts val="0"/>
            </a:spcBef>
            <a:spcAft>
              <a:spcPts val="0"/>
            </a:spcAft>
          </a:pPr>
          <a:endParaRPr lang="de-AT"/>
        </a:p>
      </dgm:t>
    </dgm:pt>
    <dgm:pt modelId="{E04B2158-B6A4-42E7-A21B-8AAEC5634996}">
      <dgm:prSet custT="1"/>
      <dgm:spPr/>
      <dgm:t>
        <a:bodyPr/>
        <a:lstStyle/>
        <a:p>
          <a:pPr>
            <a:lnSpc>
              <a:spcPct val="110000"/>
            </a:lnSpc>
            <a:spcBef>
              <a:spcPts val="0"/>
            </a:spcBef>
            <a:spcAft>
              <a:spcPts val="0"/>
            </a:spcAft>
          </a:pPr>
          <a:r>
            <a:rPr lang="de-DE" sz="1400" b="0" dirty="0"/>
            <a:t>Lore </a:t>
          </a:r>
          <a:r>
            <a:rPr lang="de-DE" sz="1400" b="0" dirty="0" err="1"/>
            <a:t>Ipsum</a:t>
          </a:r>
          <a:endParaRPr lang="de-AT" sz="1400" dirty="0"/>
        </a:p>
      </dgm:t>
    </dgm:pt>
    <dgm:pt modelId="{1A38F8BF-00B6-4123-9425-E43716B4A2D3}" type="parTrans" cxnId="{D9B05CB5-EB5E-437C-98C4-38935A2A6AB1}">
      <dgm:prSet/>
      <dgm:spPr/>
      <dgm:t>
        <a:bodyPr/>
        <a:lstStyle/>
        <a:p>
          <a:pPr>
            <a:lnSpc>
              <a:spcPct val="110000"/>
            </a:lnSpc>
            <a:spcBef>
              <a:spcPts val="0"/>
            </a:spcBef>
            <a:spcAft>
              <a:spcPts val="0"/>
            </a:spcAft>
          </a:pPr>
          <a:endParaRPr lang="de-AT"/>
        </a:p>
      </dgm:t>
    </dgm:pt>
    <dgm:pt modelId="{933513F6-6EAC-4C08-96E2-45DE8AE759FB}" type="sibTrans" cxnId="{D9B05CB5-EB5E-437C-98C4-38935A2A6AB1}">
      <dgm:prSet/>
      <dgm:spPr/>
      <dgm:t>
        <a:bodyPr/>
        <a:lstStyle/>
        <a:p>
          <a:pPr>
            <a:lnSpc>
              <a:spcPct val="110000"/>
            </a:lnSpc>
            <a:spcBef>
              <a:spcPts val="0"/>
            </a:spcBef>
            <a:spcAft>
              <a:spcPts val="0"/>
            </a:spcAft>
          </a:pPr>
          <a:endParaRPr lang="de-AT"/>
        </a:p>
      </dgm:t>
    </dgm:pt>
    <dgm:pt modelId="{6F88EFE2-300C-406C-9A1D-84E6BFE0A09B}">
      <dgm:prSet phldrT="[Text]" custT="1"/>
      <dgm:spPr/>
      <dgm:t>
        <a:bodyPr/>
        <a:lstStyle/>
        <a:p>
          <a:pPr>
            <a:lnSpc>
              <a:spcPct val="110000"/>
            </a:lnSpc>
            <a:spcBef>
              <a:spcPts val="0"/>
            </a:spcBef>
            <a:spcAft>
              <a:spcPts val="0"/>
            </a:spcAft>
          </a:pPr>
          <a:endParaRPr lang="de-AT" sz="1400" dirty="0"/>
        </a:p>
      </dgm:t>
    </dgm:pt>
    <dgm:pt modelId="{7D2FB03B-BA80-44F5-9B6A-8B761A699F89}" type="parTrans" cxnId="{34603DE1-AC53-4BAA-BD30-AF810BB10913}">
      <dgm:prSet/>
      <dgm:spPr/>
      <dgm:t>
        <a:bodyPr/>
        <a:lstStyle/>
        <a:p>
          <a:endParaRPr lang="de-AT"/>
        </a:p>
      </dgm:t>
    </dgm:pt>
    <dgm:pt modelId="{3B29CD36-C759-4578-8408-7A06B31AFC3C}" type="sibTrans" cxnId="{34603DE1-AC53-4BAA-BD30-AF810BB10913}">
      <dgm:prSet/>
      <dgm:spPr/>
      <dgm:t>
        <a:bodyPr/>
        <a:lstStyle/>
        <a:p>
          <a:endParaRPr lang="de-AT"/>
        </a:p>
      </dgm:t>
    </dgm:pt>
    <dgm:pt modelId="{F0AC7677-E254-4F18-8E50-5477818B2DDA}">
      <dgm:prSet/>
      <dgm:spPr/>
      <dgm:t>
        <a:bodyPr/>
        <a:lstStyle/>
        <a:p>
          <a:endParaRPr lang="de-AT" dirty="0"/>
        </a:p>
      </dgm:t>
    </dgm:pt>
    <dgm:pt modelId="{19B15C13-C8D6-4123-BE2C-DC6A5FE9735D}" type="parTrans" cxnId="{19070702-D8D9-454D-BFAE-909D45DBDFDA}">
      <dgm:prSet/>
      <dgm:spPr/>
      <dgm:t>
        <a:bodyPr/>
        <a:lstStyle/>
        <a:p>
          <a:endParaRPr lang="de-AT"/>
        </a:p>
      </dgm:t>
    </dgm:pt>
    <dgm:pt modelId="{6B0B0AE0-0C82-4007-A68D-390856C0CE67}" type="sibTrans" cxnId="{19070702-D8D9-454D-BFAE-909D45DBDFDA}">
      <dgm:prSet/>
      <dgm:spPr/>
      <dgm:t>
        <a:bodyPr/>
        <a:lstStyle/>
        <a:p>
          <a:endParaRPr lang="de-AT"/>
        </a:p>
      </dgm:t>
    </dgm:pt>
    <dgm:pt modelId="{148BF980-514C-40E3-A1BB-C5257DD4158C}">
      <dgm:prSet phldrT="[Text]" custT="1"/>
      <dgm:spPr/>
      <dgm:t>
        <a:bodyPr/>
        <a:lstStyle/>
        <a:p>
          <a:pPr>
            <a:lnSpc>
              <a:spcPct val="110000"/>
            </a:lnSpc>
            <a:spcBef>
              <a:spcPts val="0"/>
            </a:spcBef>
            <a:spcAft>
              <a:spcPts val="0"/>
            </a:spcAft>
          </a:pPr>
          <a:r>
            <a:rPr lang="de-DE" sz="1400" b="0" dirty="0"/>
            <a:t>Lore </a:t>
          </a:r>
          <a:r>
            <a:rPr lang="de-DE" sz="1400" b="0" dirty="0" err="1"/>
            <a:t>Ipsum</a:t>
          </a:r>
          <a:endParaRPr lang="de-AT" sz="1400" dirty="0"/>
        </a:p>
      </dgm:t>
    </dgm:pt>
    <dgm:pt modelId="{0F128FF6-ACB2-4924-B7F7-89741E046446}" type="parTrans" cxnId="{E8038C98-2B7F-4903-A875-F9D15733B064}">
      <dgm:prSet/>
      <dgm:spPr/>
      <dgm:t>
        <a:bodyPr/>
        <a:lstStyle/>
        <a:p>
          <a:endParaRPr lang="de-DE"/>
        </a:p>
      </dgm:t>
    </dgm:pt>
    <dgm:pt modelId="{A65E9A11-11EF-4807-8086-E2E588E9AFF6}" type="sibTrans" cxnId="{E8038C98-2B7F-4903-A875-F9D15733B064}">
      <dgm:prSet/>
      <dgm:spPr/>
      <dgm:t>
        <a:bodyPr/>
        <a:lstStyle/>
        <a:p>
          <a:endParaRPr lang="de-DE"/>
        </a:p>
      </dgm:t>
    </dgm:pt>
    <dgm:pt modelId="{F78EF481-73F2-4718-AC5B-2CA207CD46B7}" type="pres">
      <dgm:prSet presAssocID="{C0DADCE1-209B-4F37-A169-92C1C80F3943}" presName="Name0" presStyleCnt="0">
        <dgm:presLayoutVars>
          <dgm:dir/>
          <dgm:animLvl val="lvl"/>
          <dgm:resizeHandles val="exact"/>
        </dgm:presLayoutVars>
      </dgm:prSet>
      <dgm:spPr/>
    </dgm:pt>
    <dgm:pt modelId="{660D2C06-A8F4-48A0-A209-0A769E5A3C84}" type="pres">
      <dgm:prSet presAssocID="{4CECD30B-B273-4FC4-97B4-9FFE9D08CEA2}" presName="composite" presStyleCnt="0"/>
      <dgm:spPr/>
    </dgm:pt>
    <dgm:pt modelId="{C0BE0AC2-2A47-43A1-92FF-B3A7BF1B3D06}" type="pres">
      <dgm:prSet presAssocID="{4CECD30B-B273-4FC4-97B4-9FFE9D08CEA2}" presName="parTx" presStyleLbl="alignNode1" presStyleIdx="0" presStyleCnt="4">
        <dgm:presLayoutVars>
          <dgm:chMax val="0"/>
          <dgm:chPref val="0"/>
          <dgm:bulletEnabled val="1"/>
        </dgm:presLayoutVars>
      </dgm:prSet>
      <dgm:spPr/>
    </dgm:pt>
    <dgm:pt modelId="{91E4C61F-7C52-426E-9419-312040B44658}" type="pres">
      <dgm:prSet presAssocID="{4CECD30B-B273-4FC4-97B4-9FFE9D08CEA2}" presName="desTx" presStyleLbl="alignAccFollowNode1" presStyleIdx="0" presStyleCnt="4">
        <dgm:presLayoutVars>
          <dgm:bulletEnabled val="1"/>
        </dgm:presLayoutVars>
      </dgm:prSet>
      <dgm:spPr/>
    </dgm:pt>
    <dgm:pt modelId="{EAD2B420-D68E-4C82-8E34-6BEFFE154DF7}" type="pres">
      <dgm:prSet presAssocID="{7878954A-9BD1-4015-B770-AA6AE1A29051}" presName="space" presStyleCnt="0"/>
      <dgm:spPr/>
    </dgm:pt>
    <dgm:pt modelId="{871CC1A4-86DF-4BD0-82C5-E217C54E9B52}" type="pres">
      <dgm:prSet presAssocID="{DB46545F-1C42-48B0-9EFA-8183402C452A}" presName="composite" presStyleCnt="0"/>
      <dgm:spPr/>
    </dgm:pt>
    <dgm:pt modelId="{FD282EC7-386B-410D-87BE-3FB6CC098E70}" type="pres">
      <dgm:prSet presAssocID="{DB46545F-1C42-48B0-9EFA-8183402C452A}" presName="parTx" presStyleLbl="alignNode1" presStyleIdx="1" presStyleCnt="4">
        <dgm:presLayoutVars>
          <dgm:chMax val="0"/>
          <dgm:chPref val="0"/>
          <dgm:bulletEnabled val="1"/>
        </dgm:presLayoutVars>
      </dgm:prSet>
      <dgm:spPr/>
    </dgm:pt>
    <dgm:pt modelId="{9A50B2AE-D25B-4791-8DD2-E0BBBDD10686}" type="pres">
      <dgm:prSet presAssocID="{DB46545F-1C42-48B0-9EFA-8183402C452A}" presName="desTx" presStyleLbl="alignAccFollowNode1" presStyleIdx="1" presStyleCnt="4">
        <dgm:presLayoutVars>
          <dgm:bulletEnabled val="1"/>
        </dgm:presLayoutVars>
      </dgm:prSet>
      <dgm:spPr/>
    </dgm:pt>
    <dgm:pt modelId="{3B37F5FD-E125-4329-9758-7A3964F46789}" type="pres">
      <dgm:prSet presAssocID="{80870E79-0BA8-489F-BB41-107BC5CDF7DB}" presName="space" presStyleCnt="0"/>
      <dgm:spPr/>
    </dgm:pt>
    <dgm:pt modelId="{3D2EC936-503C-4A39-A6AE-8C041A434724}" type="pres">
      <dgm:prSet presAssocID="{65DA2262-8543-49FC-AD69-D4BF0636AE61}" presName="composite" presStyleCnt="0"/>
      <dgm:spPr/>
    </dgm:pt>
    <dgm:pt modelId="{6F25EFC5-40DE-4C41-8EE4-2A362947BE62}" type="pres">
      <dgm:prSet presAssocID="{65DA2262-8543-49FC-AD69-D4BF0636AE61}" presName="parTx" presStyleLbl="alignNode1" presStyleIdx="2" presStyleCnt="4">
        <dgm:presLayoutVars>
          <dgm:chMax val="0"/>
          <dgm:chPref val="0"/>
          <dgm:bulletEnabled val="1"/>
        </dgm:presLayoutVars>
      </dgm:prSet>
      <dgm:spPr/>
    </dgm:pt>
    <dgm:pt modelId="{3F1027D8-7003-482C-9687-F10BEBE5F2B5}" type="pres">
      <dgm:prSet presAssocID="{65DA2262-8543-49FC-AD69-D4BF0636AE61}" presName="desTx" presStyleLbl="alignAccFollowNode1" presStyleIdx="2" presStyleCnt="4">
        <dgm:presLayoutVars>
          <dgm:bulletEnabled val="1"/>
        </dgm:presLayoutVars>
      </dgm:prSet>
      <dgm:spPr/>
    </dgm:pt>
    <dgm:pt modelId="{BF94A397-AC28-49B7-B97D-58316D88BD99}" type="pres">
      <dgm:prSet presAssocID="{7C3B7C63-7386-4EA1-828C-35FF452308C1}" presName="space" presStyleCnt="0"/>
      <dgm:spPr/>
    </dgm:pt>
    <dgm:pt modelId="{BCDCF4BF-4E05-4ADC-BF46-9BC344C66CF2}" type="pres">
      <dgm:prSet presAssocID="{D553874D-F13B-44F8-A159-D255C7054B20}" presName="composite" presStyleCnt="0"/>
      <dgm:spPr/>
    </dgm:pt>
    <dgm:pt modelId="{ADC1CC55-DA0A-49EE-A5F5-8353F4CAE566}" type="pres">
      <dgm:prSet presAssocID="{D553874D-F13B-44F8-A159-D255C7054B20}" presName="parTx" presStyleLbl="alignNode1" presStyleIdx="3" presStyleCnt="4">
        <dgm:presLayoutVars>
          <dgm:chMax val="0"/>
          <dgm:chPref val="0"/>
          <dgm:bulletEnabled val="1"/>
        </dgm:presLayoutVars>
      </dgm:prSet>
      <dgm:spPr/>
    </dgm:pt>
    <dgm:pt modelId="{6D33E3F4-BAF6-4823-AC4F-E6FA0DDE3FA9}" type="pres">
      <dgm:prSet presAssocID="{D553874D-F13B-44F8-A159-D255C7054B20}" presName="desTx" presStyleLbl="alignAccFollowNode1" presStyleIdx="3" presStyleCnt="4">
        <dgm:presLayoutVars>
          <dgm:bulletEnabled val="1"/>
        </dgm:presLayoutVars>
      </dgm:prSet>
      <dgm:spPr/>
    </dgm:pt>
  </dgm:ptLst>
  <dgm:cxnLst>
    <dgm:cxn modelId="{19070702-D8D9-454D-BFAE-909D45DBDFDA}" srcId="{65DA2262-8543-49FC-AD69-D4BF0636AE61}" destId="{F0AC7677-E254-4F18-8E50-5477818B2DDA}" srcOrd="1" destOrd="0" parTransId="{19B15C13-C8D6-4123-BE2C-DC6A5FE9735D}" sibTransId="{6B0B0AE0-0C82-4007-A68D-390856C0CE67}"/>
    <dgm:cxn modelId="{9BDFA707-65C5-4620-A825-368141FC3F45}" type="presOf" srcId="{D553874D-F13B-44F8-A159-D255C7054B20}" destId="{ADC1CC55-DA0A-49EE-A5F5-8353F4CAE566}" srcOrd="0" destOrd="0" presId="urn:microsoft.com/office/officeart/2005/8/layout/hList1"/>
    <dgm:cxn modelId="{3EE9FB0B-A486-4443-AE6A-1F8655C8ADA6}" type="presOf" srcId="{148BF980-514C-40E3-A1BB-C5257DD4158C}" destId="{91E4C61F-7C52-426E-9419-312040B44658}" srcOrd="0" destOrd="1" presId="urn:microsoft.com/office/officeart/2005/8/layout/hList1"/>
    <dgm:cxn modelId="{F4E01D18-6C77-46D2-884C-CCF091A1C65B}" type="presOf" srcId="{65DA2262-8543-49FC-AD69-D4BF0636AE61}" destId="{6F25EFC5-40DE-4C41-8EE4-2A362947BE62}" srcOrd="0" destOrd="0" presId="urn:microsoft.com/office/officeart/2005/8/layout/hList1"/>
    <dgm:cxn modelId="{A4436B20-FC7D-41F2-8AEB-3EAFC8E7F538}" type="presOf" srcId="{C0DADCE1-209B-4F37-A169-92C1C80F3943}" destId="{F78EF481-73F2-4718-AC5B-2CA207CD46B7}" srcOrd="0" destOrd="0" presId="urn:microsoft.com/office/officeart/2005/8/layout/hList1"/>
    <dgm:cxn modelId="{97356028-8823-4942-96FE-75DA9E9E4E5F}" type="presOf" srcId="{4CECD30B-B273-4FC4-97B4-9FFE9D08CEA2}" destId="{C0BE0AC2-2A47-43A1-92FF-B3A7BF1B3D06}" srcOrd="0" destOrd="0" presId="urn:microsoft.com/office/officeart/2005/8/layout/hList1"/>
    <dgm:cxn modelId="{8FF5FE6C-B202-4209-9739-2432A9B9ED86}" type="presOf" srcId="{5F353B82-DB80-442B-890A-547434AC7AAC}" destId="{3F1027D8-7003-482C-9687-F10BEBE5F2B5}" srcOrd="0" destOrd="0" presId="urn:microsoft.com/office/officeart/2005/8/layout/hList1"/>
    <dgm:cxn modelId="{D8BDD26E-E4FB-46A9-BC21-931ABF771AEB}" srcId="{C0DADCE1-209B-4F37-A169-92C1C80F3943}" destId="{D553874D-F13B-44F8-A159-D255C7054B20}" srcOrd="3" destOrd="0" parTransId="{74397D93-0995-4696-B511-9364A42F1410}" sibTransId="{F9C4AD43-3B06-42EA-8A19-4FEDCE3F5E23}"/>
    <dgm:cxn modelId="{696F6778-91E9-4157-8FCB-81B0B55C139C}" srcId="{C0DADCE1-209B-4F37-A169-92C1C80F3943}" destId="{65DA2262-8543-49FC-AD69-D4BF0636AE61}" srcOrd="2" destOrd="0" parTransId="{DB0A54FD-349E-4773-BA95-2020712D17D8}" sibTransId="{7C3B7C63-7386-4EA1-828C-35FF452308C1}"/>
    <dgm:cxn modelId="{3FB9067F-0B10-4F0A-9959-8F976C67FB95}" srcId="{C0DADCE1-209B-4F37-A169-92C1C80F3943}" destId="{DB46545F-1C42-48B0-9EFA-8183402C452A}" srcOrd="1" destOrd="0" parTransId="{6875BEF9-13C8-48E4-A61F-FF2E9349759C}" sibTransId="{80870E79-0BA8-489F-BB41-107BC5CDF7DB}"/>
    <dgm:cxn modelId="{F9AE9C85-8EDD-4DC8-BF0E-C03A2FE7FEE1}" type="presOf" srcId="{6F88EFE2-300C-406C-9A1D-84E6BFE0A09B}" destId="{91E4C61F-7C52-426E-9419-312040B44658}" srcOrd="0" destOrd="2" presId="urn:microsoft.com/office/officeart/2005/8/layout/hList1"/>
    <dgm:cxn modelId="{0B6C798D-025C-4269-B58E-8FD91E435EF6}" type="presOf" srcId="{0EDE6474-BB2C-4470-8D01-7B671950A45C}" destId="{9A50B2AE-D25B-4791-8DD2-E0BBBDD10686}" srcOrd="0" destOrd="0" presId="urn:microsoft.com/office/officeart/2005/8/layout/hList1"/>
    <dgm:cxn modelId="{C3AD2494-F17B-473A-B569-AE418B5E412D}" srcId="{65DA2262-8543-49FC-AD69-D4BF0636AE61}" destId="{5F353B82-DB80-442B-890A-547434AC7AAC}" srcOrd="0" destOrd="0" parTransId="{A47EFF1E-28C3-41D2-B43A-8EAC0231462A}" sibTransId="{7CD16680-592C-4703-9D00-19348BA36919}"/>
    <dgm:cxn modelId="{E8038C98-2B7F-4903-A875-F9D15733B064}" srcId="{4CECD30B-B273-4FC4-97B4-9FFE9D08CEA2}" destId="{148BF980-514C-40E3-A1BB-C5257DD4158C}" srcOrd="1" destOrd="0" parTransId="{0F128FF6-ACB2-4924-B7F7-89741E046446}" sibTransId="{A65E9A11-11EF-4807-8086-E2E588E9AFF6}"/>
    <dgm:cxn modelId="{88EB42A3-DCA6-4AE6-AED3-2B3B4B2FCB24}" srcId="{4CECD30B-B273-4FC4-97B4-9FFE9D08CEA2}" destId="{C8C82FFD-A8C9-4035-AB69-1641067CCFAA}" srcOrd="0" destOrd="0" parTransId="{EC1E4969-AF31-4BE5-A579-68C7AE913B9E}" sibTransId="{BA0AB3D3-09AF-49F5-8A6A-6956EC760C94}"/>
    <dgm:cxn modelId="{6915D2A3-A3A7-413A-8943-1E9B32C746D4}" srcId="{DB46545F-1C42-48B0-9EFA-8183402C452A}" destId="{0EDE6474-BB2C-4470-8D01-7B671950A45C}" srcOrd="0" destOrd="0" parTransId="{7C8D7738-03B1-4EF1-AA73-B0CA35F93810}" sibTransId="{F32DFCEB-3F44-4FFC-BBB7-ECECB8B06564}"/>
    <dgm:cxn modelId="{9734C6A8-C7E7-45DB-96F5-7B7BE0024C65}" type="presOf" srcId="{F0AC7677-E254-4F18-8E50-5477818B2DDA}" destId="{3F1027D8-7003-482C-9687-F10BEBE5F2B5}" srcOrd="0" destOrd="1" presId="urn:microsoft.com/office/officeart/2005/8/layout/hList1"/>
    <dgm:cxn modelId="{D9B05CB5-EB5E-437C-98C4-38935A2A6AB1}" srcId="{D553874D-F13B-44F8-A159-D255C7054B20}" destId="{E04B2158-B6A4-42E7-A21B-8AAEC5634996}" srcOrd="0" destOrd="0" parTransId="{1A38F8BF-00B6-4123-9425-E43716B4A2D3}" sibTransId="{933513F6-6EAC-4C08-96E2-45DE8AE759FB}"/>
    <dgm:cxn modelId="{F71661CD-0FA3-4963-810E-7855D0C0EDF1}" type="presOf" srcId="{DB46545F-1C42-48B0-9EFA-8183402C452A}" destId="{FD282EC7-386B-410D-87BE-3FB6CC098E70}" srcOrd="0" destOrd="0" presId="urn:microsoft.com/office/officeart/2005/8/layout/hList1"/>
    <dgm:cxn modelId="{074149CD-B62A-4234-B1AD-DDE1F9F0FABC}" srcId="{C0DADCE1-209B-4F37-A169-92C1C80F3943}" destId="{4CECD30B-B273-4FC4-97B4-9FFE9D08CEA2}" srcOrd="0" destOrd="0" parTransId="{BA9B0235-FB19-477D-A486-6F78A1CA1C97}" sibTransId="{7878954A-9BD1-4015-B770-AA6AE1A29051}"/>
    <dgm:cxn modelId="{34603DE1-AC53-4BAA-BD30-AF810BB10913}" srcId="{4CECD30B-B273-4FC4-97B4-9FFE9D08CEA2}" destId="{6F88EFE2-300C-406C-9A1D-84E6BFE0A09B}" srcOrd="2" destOrd="0" parTransId="{7D2FB03B-BA80-44F5-9B6A-8B761A699F89}" sibTransId="{3B29CD36-C759-4578-8408-7A06B31AFC3C}"/>
    <dgm:cxn modelId="{EACC23EC-7BB0-47B2-8A4F-A1073B014E14}" type="presOf" srcId="{E04B2158-B6A4-42E7-A21B-8AAEC5634996}" destId="{6D33E3F4-BAF6-4823-AC4F-E6FA0DDE3FA9}" srcOrd="0" destOrd="0" presId="urn:microsoft.com/office/officeart/2005/8/layout/hList1"/>
    <dgm:cxn modelId="{DF432BF3-422B-449B-A0C7-3911AFEFC169}" type="presOf" srcId="{C8C82FFD-A8C9-4035-AB69-1641067CCFAA}" destId="{91E4C61F-7C52-426E-9419-312040B44658}" srcOrd="0" destOrd="0" presId="urn:microsoft.com/office/officeart/2005/8/layout/hList1"/>
    <dgm:cxn modelId="{AA66A709-82D8-4E5D-B883-210C3B1497C9}" type="presParOf" srcId="{F78EF481-73F2-4718-AC5B-2CA207CD46B7}" destId="{660D2C06-A8F4-48A0-A209-0A769E5A3C84}" srcOrd="0" destOrd="0" presId="urn:microsoft.com/office/officeart/2005/8/layout/hList1"/>
    <dgm:cxn modelId="{448BC5B0-B383-4256-BDBF-C648E14EACA1}" type="presParOf" srcId="{660D2C06-A8F4-48A0-A209-0A769E5A3C84}" destId="{C0BE0AC2-2A47-43A1-92FF-B3A7BF1B3D06}" srcOrd="0" destOrd="0" presId="urn:microsoft.com/office/officeart/2005/8/layout/hList1"/>
    <dgm:cxn modelId="{755BA667-8305-4733-B510-DD31E9CEC173}" type="presParOf" srcId="{660D2C06-A8F4-48A0-A209-0A769E5A3C84}" destId="{91E4C61F-7C52-426E-9419-312040B44658}" srcOrd="1" destOrd="0" presId="urn:microsoft.com/office/officeart/2005/8/layout/hList1"/>
    <dgm:cxn modelId="{E33E32AF-CC45-4DFD-8283-1924261A04F8}" type="presParOf" srcId="{F78EF481-73F2-4718-AC5B-2CA207CD46B7}" destId="{EAD2B420-D68E-4C82-8E34-6BEFFE154DF7}" srcOrd="1" destOrd="0" presId="urn:microsoft.com/office/officeart/2005/8/layout/hList1"/>
    <dgm:cxn modelId="{651F1D0D-C8B6-4325-8B17-58A5F1D262D9}" type="presParOf" srcId="{F78EF481-73F2-4718-AC5B-2CA207CD46B7}" destId="{871CC1A4-86DF-4BD0-82C5-E217C54E9B52}" srcOrd="2" destOrd="0" presId="urn:microsoft.com/office/officeart/2005/8/layout/hList1"/>
    <dgm:cxn modelId="{F0889279-4611-4F97-A3D8-71114CDE9FCB}" type="presParOf" srcId="{871CC1A4-86DF-4BD0-82C5-E217C54E9B52}" destId="{FD282EC7-386B-410D-87BE-3FB6CC098E70}" srcOrd="0" destOrd="0" presId="urn:microsoft.com/office/officeart/2005/8/layout/hList1"/>
    <dgm:cxn modelId="{724035AD-DD3C-4E44-81B8-16E99B78B5BC}" type="presParOf" srcId="{871CC1A4-86DF-4BD0-82C5-E217C54E9B52}" destId="{9A50B2AE-D25B-4791-8DD2-E0BBBDD10686}" srcOrd="1" destOrd="0" presId="urn:microsoft.com/office/officeart/2005/8/layout/hList1"/>
    <dgm:cxn modelId="{5E0A888B-D4EA-44BE-B5EC-B0CB7ABA2AE5}" type="presParOf" srcId="{F78EF481-73F2-4718-AC5B-2CA207CD46B7}" destId="{3B37F5FD-E125-4329-9758-7A3964F46789}" srcOrd="3" destOrd="0" presId="urn:microsoft.com/office/officeart/2005/8/layout/hList1"/>
    <dgm:cxn modelId="{C65C3EA4-3502-49C9-A3EA-FAC3B6F5B021}" type="presParOf" srcId="{F78EF481-73F2-4718-AC5B-2CA207CD46B7}" destId="{3D2EC936-503C-4A39-A6AE-8C041A434724}" srcOrd="4" destOrd="0" presId="urn:microsoft.com/office/officeart/2005/8/layout/hList1"/>
    <dgm:cxn modelId="{7E91BFE9-0333-4278-BA6A-E53C79F963F8}" type="presParOf" srcId="{3D2EC936-503C-4A39-A6AE-8C041A434724}" destId="{6F25EFC5-40DE-4C41-8EE4-2A362947BE62}" srcOrd="0" destOrd="0" presId="urn:microsoft.com/office/officeart/2005/8/layout/hList1"/>
    <dgm:cxn modelId="{8DAA75BA-F7B1-4EA1-9E24-476B3D80A771}" type="presParOf" srcId="{3D2EC936-503C-4A39-A6AE-8C041A434724}" destId="{3F1027D8-7003-482C-9687-F10BEBE5F2B5}" srcOrd="1" destOrd="0" presId="urn:microsoft.com/office/officeart/2005/8/layout/hList1"/>
    <dgm:cxn modelId="{5EC80347-CA96-497B-8949-F0761E5D5B02}" type="presParOf" srcId="{F78EF481-73F2-4718-AC5B-2CA207CD46B7}" destId="{BF94A397-AC28-49B7-B97D-58316D88BD99}" srcOrd="5" destOrd="0" presId="urn:microsoft.com/office/officeart/2005/8/layout/hList1"/>
    <dgm:cxn modelId="{CD1FD50B-307D-4186-9A69-F6A2065897A1}" type="presParOf" srcId="{F78EF481-73F2-4718-AC5B-2CA207CD46B7}" destId="{BCDCF4BF-4E05-4ADC-BF46-9BC344C66CF2}" srcOrd="6" destOrd="0" presId="urn:microsoft.com/office/officeart/2005/8/layout/hList1"/>
    <dgm:cxn modelId="{9BE950FB-53B9-454C-8A1E-1F0A81F24A7B}" type="presParOf" srcId="{BCDCF4BF-4E05-4ADC-BF46-9BC344C66CF2}" destId="{ADC1CC55-DA0A-49EE-A5F5-8353F4CAE566}" srcOrd="0" destOrd="0" presId="urn:microsoft.com/office/officeart/2005/8/layout/hList1"/>
    <dgm:cxn modelId="{0AF067A3-313A-4976-BBF5-2DF8A553C13A}" type="presParOf" srcId="{BCDCF4BF-4E05-4ADC-BF46-9BC344C66CF2}" destId="{6D33E3F4-BAF6-4823-AC4F-E6FA0DDE3FA9}" srcOrd="1" destOrd="0" presId="urn:microsoft.com/office/officeart/2005/8/layout/hList1"/>
  </dgm:cxnLst>
  <dgm:bg>
    <a:effectLst/>
  </dgm:bg>
  <dgm:whole/>
  <dgm:extLst>
    <a:ext uri="http://schemas.microsoft.com/office/drawing/2008/diagram">
      <dsp:dataModelExt xmlns:dsp="http://schemas.microsoft.com/office/drawing/2008/diagram" relId="rId7" minVer="http://schemas.openxmlformats.org/drawingml/2006/diagram"/>
    </a:ext>
    <a:ext uri="{C62137D5-CB1D-491B-B009-E17868A290BF}">
      <dgm14:recolorImg xmlns:dgm14="http://schemas.microsoft.com/office/drawing/2010/diagram" val="1"/>
    </a:ext>
  </dgm:extLst>
</dgm:dataModel>
</file>

<file path=ppt/diagrams/data2.xml><?xml version="1.0" encoding="utf-8"?>
<dgm:dataModel xmlns:dgm="http://schemas.openxmlformats.org/drawingml/2006/diagram" xmlns:a="http://schemas.openxmlformats.org/drawingml/2006/main">
  <dgm:ptLst>
    <dgm:pt modelId="{7E81DF2F-CD0B-4F9A-8796-6BF14E775C4A}" type="doc">
      <dgm:prSet loTypeId="urn:microsoft.com/office/officeart/2005/8/layout/hierarchy6" loCatId="hierarchy" qsTypeId="urn:microsoft.com/office/officeart/2005/8/quickstyle/simple1" qsCatId="simple" csTypeId="urn:microsoft.com/office/officeart/2005/8/colors/colorful1" csCatId="colorful" phldr="1"/>
      <dgm:spPr/>
      <dgm:t>
        <a:bodyPr/>
        <a:lstStyle/>
        <a:p>
          <a:endParaRPr lang="de-AT"/>
        </a:p>
      </dgm:t>
    </dgm:pt>
    <dgm:pt modelId="{990D18C1-1A37-45EA-8279-51774214B631}">
      <dgm:prSet phldrT="[Text]"/>
      <dgm:spPr/>
      <dgm:t>
        <a:bodyPr/>
        <a:lstStyle/>
        <a:p>
          <a:r>
            <a:rPr lang="de-AT" b="1" dirty="0"/>
            <a:t>Manager</a:t>
          </a:r>
        </a:p>
      </dgm:t>
    </dgm:pt>
    <dgm:pt modelId="{493A5CA0-DD85-4C5D-B5F8-62B38597600B}" type="parTrans" cxnId="{34319A6A-9665-4676-BC6A-6918ACA4589A}">
      <dgm:prSet/>
      <dgm:spPr/>
      <dgm:t>
        <a:bodyPr/>
        <a:lstStyle/>
        <a:p>
          <a:endParaRPr lang="de-AT"/>
        </a:p>
      </dgm:t>
    </dgm:pt>
    <dgm:pt modelId="{4754ADDB-EFAE-4825-BD40-0E02D20741DF}" type="sibTrans" cxnId="{34319A6A-9665-4676-BC6A-6918ACA4589A}">
      <dgm:prSet/>
      <dgm:spPr/>
      <dgm:t>
        <a:bodyPr/>
        <a:lstStyle/>
        <a:p>
          <a:endParaRPr lang="de-AT"/>
        </a:p>
      </dgm:t>
    </dgm:pt>
    <dgm:pt modelId="{529599D5-504E-4AC3-9C00-A247E4AC7E46}" type="asst">
      <dgm:prSet phldrT="[Text]"/>
      <dgm:spPr/>
      <dgm:t>
        <a:bodyPr/>
        <a:lstStyle/>
        <a:p>
          <a:r>
            <a:rPr lang="de-AT" dirty="0"/>
            <a:t>Stabstelle</a:t>
          </a:r>
        </a:p>
      </dgm:t>
    </dgm:pt>
    <dgm:pt modelId="{6986BBAC-15EA-4936-84E4-737F9B100E41}" type="parTrans" cxnId="{970F8A89-9917-4941-B0F5-EC7FCF692DE1}">
      <dgm:prSet/>
      <dgm:spPr/>
      <dgm:t>
        <a:bodyPr/>
        <a:lstStyle/>
        <a:p>
          <a:endParaRPr lang="de-AT"/>
        </a:p>
      </dgm:t>
    </dgm:pt>
    <dgm:pt modelId="{063DEE20-DFCC-419F-A737-628B646F2E22}" type="sibTrans" cxnId="{970F8A89-9917-4941-B0F5-EC7FCF692DE1}">
      <dgm:prSet/>
      <dgm:spPr/>
      <dgm:t>
        <a:bodyPr/>
        <a:lstStyle/>
        <a:p>
          <a:endParaRPr lang="de-AT"/>
        </a:p>
      </dgm:t>
    </dgm:pt>
    <dgm:pt modelId="{59BEDDF9-BC74-472B-AAF3-BADA4BD2CCD9}">
      <dgm:prSet phldrT="[Text]"/>
      <dgm:spPr/>
      <dgm:t>
        <a:bodyPr/>
        <a:lstStyle/>
        <a:p>
          <a:r>
            <a:rPr lang="de-AT" dirty="0"/>
            <a:t>Vorgesetzter 1</a:t>
          </a:r>
        </a:p>
      </dgm:t>
    </dgm:pt>
    <dgm:pt modelId="{78923BAA-2D1A-4966-A96E-F63DB3B07019}" type="parTrans" cxnId="{CF6205E8-C47A-465C-8B92-2C0EAE36E447}">
      <dgm:prSet/>
      <dgm:spPr/>
      <dgm:t>
        <a:bodyPr/>
        <a:lstStyle/>
        <a:p>
          <a:endParaRPr lang="de-AT"/>
        </a:p>
      </dgm:t>
    </dgm:pt>
    <dgm:pt modelId="{A5B87E91-93FA-4B6B-B7C8-FB22FB180445}" type="sibTrans" cxnId="{CF6205E8-C47A-465C-8B92-2C0EAE36E447}">
      <dgm:prSet/>
      <dgm:spPr/>
      <dgm:t>
        <a:bodyPr/>
        <a:lstStyle/>
        <a:p>
          <a:endParaRPr lang="de-AT"/>
        </a:p>
      </dgm:t>
    </dgm:pt>
    <dgm:pt modelId="{FA002C8A-1FCB-4916-93B8-556658B60ED1}">
      <dgm:prSet phldrT="[Text]"/>
      <dgm:spPr/>
      <dgm:t>
        <a:bodyPr/>
        <a:lstStyle/>
        <a:p>
          <a:r>
            <a:rPr lang="de-AT" dirty="0"/>
            <a:t>Vorgesetzter 2</a:t>
          </a:r>
        </a:p>
      </dgm:t>
    </dgm:pt>
    <dgm:pt modelId="{05D643AB-2066-4B70-8C52-0B03643CFF65}" type="parTrans" cxnId="{E4031C89-A256-4A28-BF91-7244486B32DA}">
      <dgm:prSet/>
      <dgm:spPr/>
      <dgm:t>
        <a:bodyPr/>
        <a:lstStyle/>
        <a:p>
          <a:endParaRPr lang="de-AT"/>
        </a:p>
      </dgm:t>
    </dgm:pt>
    <dgm:pt modelId="{05B4FB35-F465-4E5F-BEEB-881DE19C2C6D}" type="sibTrans" cxnId="{E4031C89-A256-4A28-BF91-7244486B32DA}">
      <dgm:prSet/>
      <dgm:spPr/>
      <dgm:t>
        <a:bodyPr/>
        <a:lstStyle/>
        <a:p>
          <a:endParaRPr lang="de-AT"/>
        </a:p>
      </dgm:t>
    </dgm:pt>
    <dgm:pt modelId="{B4397BD9-6E5E-470B-A7AD-9205BAE6237C}">
      <dgm:prSet phldrT="[Text]"/>
      <dgm:spPr/>
      <dgm:t>
        <a:bodyPr/>
        <a:lstStyle/>
        <a:p>
          <a:r>
            <a:rPr lang="de-AT" dirty="0"/>
            <a:t>Vorgesetzter 3</a:t>
          </a:r>
        </a:p>
      </dgm:t>
    </dgm:pt>
    <dgm:pt modelId="{54B85D38-D198-4C0F-A17D-2EAE9B77DFFF}" type="parTrans" cxnId="{5A611284-79A4-4C0D-B83B-B0BFF494953B}">
      <dgm:prSet/>
      <dgm:spPr/>
      <dgm:t>
        <a:bodyPr/>
        <a:lstStyle/>
        <a:p>
          <a:endParaRPr lang="de-AT"/>
        </a:p>
      </dgm:t>
    </dgm:pt>
    <dgm:pt modelId="{789E89A8-47AA-4D68-981F-8EA87389CF2F}" type="sibTrans" cxnId="{5A611284-79A4-4C0D-B83B-B0BFF494953B}">
      <dgm:prSet/>
      <dgm:spPr/>
      <dgm:t>
        <a:bodyPr/>
        <a:lstStyle/>
        <a:p>
          <a:endParaRPr lang="de-AT"/>
        </a:p>
      </dgm:t>
    </dgm:pt>
    <dgm:pt modelId="{38F7A118-12FA-4D06-94E6-469A81731701}">
      <dgm:prSet phldrT="[Text]"/>
      <dgm:spPr/>
      <dgm:t>
        <a:bodyPr/>
        <a:lstStyle/>
        <a:p>
          <a:r>
            <a:rPr lang="de-AT" dirty="0"/>
            <a:t>Mitarbeiter A</a:t>
          </a:r>
        </a:p>
      </dgm:t>
    </dgm:pt>
    <dgm:pt modelId="{2337E199-F930-4843-8216-22709EAE8DF2}" type="parTrans" cxnId="{FAB04712-6932-4B95-815F-63DC8B23076D}">
      <dgm:prSet/>
      <dgm:spPr/>
      <dgm:t>
        <a:bodyPr/>
        <a:lstStyle/>
        <a:p>
          <a:endParaRPr lang="de-AT"/>
        </a:p>
      </dgm:t>
    </dgm:pt>
    <dgm:pt modelId="{195F8EC2-5E7D-47FD-AE92-24782A36BEC0}" type="sibTrans" cxnId="{FAB04712-6932-4B95-815F-63DC8B23076D}">
      <dgm:prSet/>
      <dgm:spPr/>
      <dgm:t>
        <a:bodyPr/>
        <a:lstStyle/>
        <a:p>
          <a:endParaRPr lang="de-AT"/>
        </a:p>
      </dgm:t>
    </dgm:pt>
    <dgm:pt modelId="{8CEC1A78-ECB9-428C-9C1C-BE2C1666AD61}">
      <dgm:prSet phldrT="[Text]"/>
      <dgm:spPr/>
      <dgm:t>
        <a:bodyPr/>
        <a:lstStyle/>
        <a:p>
          <a:r>
            <a:rPr lang="de-AT" dirty="0"/>
            <a:t>Mitarbeiter B</a:t>
          </a:r>
        </a:p>
      </dgm:t>
    </dgm:pt>
    <dgm:pt modelId="{31AD358C-B627-422D-9DBB-6A5A67D31A6D}" type="parTrans" cxnId="{1ECAFC29-63BC-4BE4-8701-CC1DFCA12F79}">
      <dgm:prSet/>
      <dgm:spPr/>
      <dgm:t>
        <a:bodyPr/>
        <a:lstStyle/>
        <a:p>
          <a:endParaRPr lang="de-AT"/>
        </a:p>
      </dgm:t>
    </dgm:pt>
    <dgm:pt modelId="{57C42A97-B352-4AA0-9D9A-7C1B4F75A7EF}" type="sibTrans" cxnId="{1ECAFC29-63BC-4BE4-8701-CC1DFCA12F79}">
      <dgm:prSet/>
      <dgm:spPr/>
      <dgm:t>
        <a:bodyPr/>
        <a:lstStyle/>
        <a:p>
          <a:endParaRPr lang="de-AT"/>
        </a:p>
      </dgm:t>
    </dgm:pt>
    <dgm:pt modelId="{BC353EBF-BEBC-48BA-86CE-90A94339D042}">
      <dgm:prSet phldrT="[Text]"/>
      <dgm:spPr/>
      <dgm:t>
        <a:bodyPr/>
        <a:lstStyle/>
        <a:p>
          <a:r>
            <a:rPr lang="de-AT" dirty="0"/>
            <a:t>Mitarbeiter C</a:t>
          </a:r>
        </a:p>
      </dgm:t>
    </dgm:pt>
    <dgm:pt modelId="{C2BBDC60-6AF3-43CF-8C21-59C2EEAABD4D}" type="parTrans" cxnId="{A55D439F-8B1B-4FA9-A41A-B7F9809715D1}">
      <dgm:prSet/>
      <dgm:spPr/>
      <dgm:t>
        <a:bodyPr/>
        <a:lstStyle/>
        <a:p>
          <a:endParaRPr lang="de-AT"/>
        </a:p>
      </dgm:t>
    </dgm:pt>
    <dgm:pt modelId="{288264F6-2051-40CB-A2AB-A02BB150737D}" type="sibTrans" cxnId="{A55D439F-8B1B-4FA9-A41A-B7F9809715D1}">
      <dgm:prSet/>
      <dgm:spPr/>
      <dgm:t>
        <a:bodyPr/>
        <a:lstStyle/>
        <a:p>
          <a:endParaRPr lang="de-AT"/>
        </a:p>
      </dgm:t>
    </dgm:pt>
    <dgm:pt modelId="{A27B7311-B7D5-4CA2-AC29-4BAE9D7C3179}">
      <dgm:prSet phldrT="[Text]"/>
      <dgm:spPr/>
      <dgm:t>
        <a:bodyPr/>
        <a:lstStyle/>
        <a:p>
          <a:r>
            <a:rPr lang="de-AT" dirty="0"/>
            <a:t>Mitarbeiter D</a:t>
          </a:r>
        </a:p>
      </dgm:t>
    </dgm:pt>
    <dgm:pt modelId="{F37AC491-66E2-4605-9185-C330E3FDBAC2}" type="parTrans" cxnId="{1925DB54-CD94-4052-93A3-1F8E50BA53D3}">
      <dgm:prSet/>
      <dgm:spPr/>
      <dgm:t>
        <a:bodyPr/>
        <a:lstStyle/>
        <a:p>
          <a:endParaRPr lang="de-AT"/>
        </a:p>
      </dgm:t>
    </dgm:pt>
    <dgm:pt modelId="{2DC9A93D-ED35-45AF-AA96-705C1430FE68}" type="sibTrans" cxnId="{1925DB54-CD94-4052-93A3-1F8E50BA53D3}">
      <dgm:prSet/>
      <dgm:spPr/>
      <dgm:t>
        <a:bodyPr/>
        <a:lstStyle/>
        <a:p>
          <a:endParaRPr lang="de-AT"/>
        </a:p>
      </dgm:t>
    </dgm:pt>
    <dgm:pt modelId="{53D62846-3AAB-4DF2-977F-EABFFA9FAAC6}">
      <dgm:prSet phldrT="[Text]"/>
      <dgm:spPr/>
      <dgm:t>
        <a:bodyPr/>
        <a:lstStyle/>
        <a:p>
          <a:r>
            <a:rPr lang="de-AT" dirty="0"/>
            <a:t>Mitarbeiter E</a:t>
          </a:r>
        </a:p>
      </dgm:t>
    </dgm:pt>
    <dgm:pt modelId="{06C26AAF-0104-4297-8152-9C978405BD62}" type="parTrans" cxnId="{53485B10-76FB-40B4-A109-A5E0F8045BB3}">
      <dgm:prSet/>
      <dgm:spPr/>
      <dgm:t>
        <a:bodyPr/>
        <a:lstStyle/>
        <a:p>
          <a:endParaRPr lang="de-AT"/>
        </a:p>
      </dgm:t>
    </dgm:pt>
    <dgm:pt modelId="{1EFB2551-0C0C-4D67-8D5F-79641BC06CE6}" type="sibTrans" cxnId="{53485B10-76FB-40B4-A109-A5E0F8045BB3}">
      <dgm:prSet/>
      <dgm:spPr/>
      <dgm:t>
        <a:bodyPr/>
        <a:lstStyle/>
        <a:p>
          <a:endParaRPr lang="de-AT"/>
        </a:p>
      </dgm:t>
    </dgm:pt>
    <dgm:pt modelId="{B4C1B168-A7EE-4A8A-BC7F-E1FEC35EE4D6}">
      <dgm:prSet phldrT="[Text]"/>
      <dgm:spPr/>
      <dgm:t>
        <a:bodyPr/>
        <a:lstStyle/>
        <a:p>
          <a:r>
            <a:rPr lang="de-AT" dirty="0"/>
            <a:t>Mitarbeiter F</a:t>
          </a:r>
        </a:p>
      </dgm:t>
    </dgm:pt>
    <dgm:pt modelId="{6C9E405E-7D18-4FF3-BDF2-45A3590AE46D}" type="parTrans" cxnId="{8BBB4C1D-7C6F-4182-BF4A-CE6FCA195CF5}">
      <dgm:prSet/>
      <dgm:spPr/>
      <dgm:t>
        <a:bodyPr/>
        <a:lstStyle/>
        <a:p>
          <a:endParaRPr lang="de-AT"/>
        </a:p>
      </dgm:t>
    </dgm:pt>
    <dgm:pt modelId="{22672B1C-8DF4-4E95-9D1C-CACA58B9F2B7}" type="sibTrans" cxnId="{8BBB4C1D-7C6F-4182-BF4A-CE6FCA195CF5}">
      <dgm:prSet/>
      <dgm:spPr/>
      <dgm:t>
        <a:bodyPr/>
        <a:lstStyle/>
        <a:p>
          <a:endParaRPr lang="de-AT"/>
        </a:p>
      </dgm:t>
    </dgm:pt>
    <dgm:pt modelId="{7EFD762B-853D-4135-A1F2-F1853E5E400E}" type="pres">
      <dgm:prSet presAssocID="{7E81DF2F-CD0B-4F9A-8796-6BF14E775C4A}" presName="mainComposite" presStyleCnt="0">
        <dgm:presLayoutVars>
          <dgm:chPref val="1"/>
          <dgm:dir/>
          <dgm:animOne val="branch"/>
          <dgm:animLvl val="lvl"/>
          <dgm:resizeHandles val="exact"/>
        </dgm:presLayoutVars>
      </dgm:prSet>
      <dgm:spPr/>
    </dgm:pt>
    <dgm:pt modelId="{F1592C70-EAC6-43C4-B167-48635024AF41}" type="pres">
      <dgm:prSet presAssocID="{7E81DF2F-CD0B-4F9A-8796-6BF14E775C4A}" presName="hierFlow" presStyleCnt="0"/>
      <dgm:spPr/>
    </dgm:pt>
    <dgm:pt modelId="{18FD5D44-AAA7-4CC4-9319-7965B57DB6FA}" type="pres">
      <dgm:prSet presAssocID="{7E81DF2F-CD0B-4F9A-8796-6BF14E775C4A}" presName="hierChild1" presStyleCnt="0">
        <dgm:presLayoutVars>
          <dgm:chPref val="1"/>
          <dgm:animOne val="branch"/>
          <dgm:animLvl val="lvl"/>
        </dgm:presLayoutVars>
      </dgm:prSet>
      <dgm:spPr/>
    </dgm:pt>
    <dgm:pt modelId="{6ECDF2E6-0CD4-4CDC-9379-772DF7DDBFEE}" type="pres">
      <dgm:prSet presAssocID="{990D18C1-1A37-45EA-8279-51774214B631}" presName="Name14" presStyleCnt="0"/>
      <dgm:spPr/>
    </dgm:pt>
    <dgm:pt modelId="{4199440F-902F-46B5-B28E-6924C7493896}" type="pres">
      <dgm:prSet presAssocID="{990D18C1-1A37-45EA-8279-51774214B631}" presName="level1Shape" presStyleLbl="node0" presStyleIdx="0" presStyleCnt="1" custLinFactNeighborX="32500" custLinFactNeighborY="816">
        <dgm:presLayoutVars>
          <dgm:chPref val="3"/>
        </dgm:presLayoutVars>
      </dgm:prSet>
      <dgm:spPr/>
    </dgm:pt>
    <dgm:pt modelId="{B348DDA9-D024-42B3-A76F-48B996ED1763}" type="pres">
      <dgm:prSet presAssocID="{990D18C1-1A37-45EA-8279-51774214B631}" presName="hierChild2" presStyleCnt="0"/>
      <dgm:spPr/>
    </dgm:pt>
    <dgm:pt modelId="{EC850913-42ED-4B54-8ABF-FC14E3038431}" type="pres">
      <dgm:prSet presAssocID="{6986BBAC-15EA-4936-84E4-737F9B100E41}" presName="Name19" presStyleLbl="parChTrans1D2" presStyleIdx="0" presStyleCnt="4"/>
      <dgm:spPr/>
    </dgm:pt>
    <dgm:pt modelId="{86A268A4-9229-42BB-B510-70466C763133}" type="pres">
      <dgm:prSet presAssocID="{529599D5-504E-4AC3-9C00-A247E4AC7E46}" presName="Name21" presStyleCnt="0"/>
      <dgm:spPr/>
    </dgm:pt>
    <dgm:pt modelId="{390AB66F-CF60-45BF-A7A7-0067879515C0}" type="pres">
      <dgm:prSet presAssocID="{529599D5-504E-4AC3-9C00-A247E4AC7E46}" presName="level2Shape" presStyleLbl="asst1" presStyleIdx="0" presStyleCnt="1"/>
      <dgm:spPr/>
    </dgm:pt>
    <dgm:pt modelId="{B144EC41-FF96-4364-914A-F44AB8BA1D3E}" type="pres">
      <dgm:prSet presAssocID="{529599D5-504E-4AC3-9C00-A247E4AC7E46}" presName="hierChild3" presStyleCnt="0"/>
      <dgm:spPr/>
    </dgm:pt>
    <dgm:pt modelId="{76733321-A420-446E-B1FB-90BC29999F65}" type="pres">
      <dgm:prSet presAssocID="{78923BAA-2D1A-4966-A96E-F63DB3B07019}" presName="Name19" presStyleLbl="parChTrans1D2" presStyleIdx="1" presStyleCnt="4"/>
      <dgm:spPr/>
    </dgm:pt>
    <dgm:pt modelId="{7EBAD5B3-ADE0-48BB-82BE-A0CC9B6C700D}" type="pres">
      <dgm:prSet presAssocID="{59BEDDF9-BC74-472B-AAF3-BADA4BD2CCD9}" presName="Name21" presStyleCnt="0"/>
      <dgm:spPr/>
    </dgm:pt>
    <dgm:pt modelId="{17CDD18A-8DBE-4780-932B-A6459C13F858}" type="pres">
      <dgm:prSet presAssocID="{59BEDDF9-BC74-472B-AAF3-BADA4BD2CCD9}" presName="level2Shape" presStyleLbl="node2" presStyleIdx="0" presStyleCnt="3"/>
      <dgm:spPr/>
    </dgm:pt>
    <dgm:pt modelId="{688140C8-EFFC-4F56-99F1-1FD1EA07A3AF}" type="pres">
      <dgm:prSet presAssocID="{59BEDDF9-BC74-472B-AAF3-BADA4BD2CCD9}" presName="hierChild3" presStyleCnt="0"/>
      <dgm:spPr/>
    </dgm:pt>
    <dgm:pt modelId="{B771E95E-72FB-446E-97F7-62F1F8DEDE5E}" type="pres">
      <dgm:prSet presAssocID="{2337E199-F930-4843-8216-22709EAE8DF2}" presName="Name19" presStyleLbl="parChTrans1D3" presStyleIdx="0" presStyleCnt="6"/>
      <dgm:spPr/>
    </dgm:pt>
    <dgm:pt modelId="{976D1E30-5739-4F94-99F7-19886691B72F}" type="pres">
      <dgm:prSet presAssocID="{38F7A118-12FA-4D06-94E6-469A81731701}" presName="Name21" presStyleCnt="0"/>
      <dgm:spPr/>
    </dgm:pt>
    <dgm:pt modelId="{E2B5298D-7E22-4133-AF76-73BD5EE47240}" type="pres">
      <dgm:prSet presAssocID="{38F7A118-12FA-4D06-94E6-469A81731701}" presName="level2Shape" presStyleLbl="node3" presStyleIdx="0" presStyleCnt="6"/>
      <dgm:spPr/>
    </dgm:pt>
    <dgm:pt modelId="{FE99D605-6569-4A63-811F-3F22A07EABCB}" type="pres">
      <dgm:prSet presAssocID="{38F7A118-12FA-4D06-94E6-469A81731701}" presName="hierChild3" presStyleCnt="0"/>
      <dgm:spPr/>
    </dgm:pt>
    <dgm:pt modelId="{49A94194-1B24-48E6-973E-654639E24479}" type="pres">
      <dgm:prSet presAssocID="{31AD358C-B627-422D-9DBB-6A5A67D31A6D}" presName="Name19" presStyleLbl="parChTrans1D3" presStyleIdx="1" presStyleCnt="6"/>
      <dgm:spPr/>
    </dgm:pt>
    <dgm:pt modelId="{40F4F61D-EAF5-442F-B6FF-E0CA89F97EA7}" type="pres">
      <dgm:prSet presAssocID="{8CEC1A78-ECB9-428C-9C1C-BE2C1666AD61}" presName="Name21" presStyleCnt="0"/>
      <dgm:spPr/>
    </dgm:pt>
    <dgm:pt modelId="{12B5EAE8-97D1-4410-A13B-F66ECADBC0F9}" type="pres">
      <dgm:prSet presAssocID="{8CEC1A78-ECB9-428C-9C1C-BE2C1666AD61}" presName="level2Shape" presStyleLbl="node3" presStyleIdx="1" presStyleCnt="6"/>
      <dgm:spPr/>
    </dgm:pt>
    <dgm:pt modelId="{A4534C39-EAB4-4E98-80F7-C4400BFC6308}" type="pres">
      <dgm:prSet presAssocID="{8CEC1A78-ECB9-428C-9C1C-BE2C1666AD61}" presName="hierChild3" presStyleCnt="0"/>
      <dgm:spPr/>
    </dgm:pt>
    <dgm:pt modelId="{C49DA013-B842-40D6-829C-54D0215F147A}" type="pres">
      <dgm:prSet presAssocID="{05D643AB-2066-4B70-8C52-0B03643CFF65}" presName="Name19" presStyleLbl="parChTrans1D2" presStyleIdx="2" presStyleCnt="4"/>
      <dgm:spPr/>
    </dgm:pt>
    <dgm:pt modelId="{ACCD2B05-B580-4052-A219-49BA26C807F0}" type="pres">
      <dgm:prSet presAssocID="{FA002C8A-1FCB-4916-93B8-556658B60ED1}" presName="Name21" presStyleCnt="0"/>
      <dgm:spPr/>
    </dgm:pt>
    <dgm:pt modelId="{42B7AB4C-7A46-406D-99FC-086C6AE70CCF}" type="pres">
      <dgm:prSet presAssocID="{FA002C8A-1FCB-4916-93B8-556658B60ED1}" presName="level2Shape" presStyleLbl="node2" presStyleIdx="1" presStyleCnt="3"/>
      <dgm:spPr/>
    </dgm:pt>
    <dgm:pt modelId="{7E83D57F-9912-4F86-9AD5-554ECA154C42}" type="pres">
      <dgm:prSet presAssocID="{FA002C8A-1FCB-4916-93B8-556658B60ED1}" presName="hierChild3" presStyleCnt="0"/>
      <dgm:spPr/>
    </dgm:pt>
    <dgm:pt modelId="{E53ED304-E9E4-4F26-A14F-3051D7B43421}" type="pres">
      <dgm:prSet presAssocID="{C2BBDC60-6AF3-43CF-8C21-59C2EEAABD4D}" presName="Name19" presStyleLbl="parChTrans1D3" presStyleIdx="2" presStyleCnt="6"/>
      <dgm:spPr/>
    </dgm:pt>
    <dgm:pt modelId="{D609A24F-46BF-4C22-8933-D5A17A79A199}" type="pres">
      <dgm:prSet presAssocID="{BC353EBF-BEBC-48BA-86CE-90A94339D042}" presName="Name21" presStyleCnt="0"/>
      <dgm:spPr/>
    </dgm:pt>
    <dgm:pt modelId="{98F6A403-E939-4558-8F17-1D7AB1B41DC1}" type="pres">
      <dgm:prSet presAssocID="{BC353EBF-BEBC-48BA-86CE-90A94339D042}" presName="level2Shape" presStyleLbl="node3" presStyleIdx="2" presStyleCnt="6"/>
      <dgm:spPr/>
    </dgm:pt>
    <dgm:pt modelId="{2424BA81-58F6-4F3F-B4AA-292BB4177FBD}" type="pres">
      <dgm:prSet presAssocID="{BC353EBF-BEBC-48BA-86CE-90A94339D042}" presName="hierChild3" presStyleCnt="0"/>
      <dgm:spPr/>
    </dgm:pt>
    <dgm:pt modelId="{8A74497A-E30E-4F49-B5A1-04F7EE513C06}" type="pres">
      <dgm:prSet presAssocID="{F37AC491-66E2-4605-9185-C330E3FDBAC2}" presName="Name19" presStyleLbl="parChTrans1D3" presStyleIdx="3" presStyleCnt="6"/>
      <dgm:spPr/>
    </dgm:pt>
    <dgm:pt modelId="{7201E04C-0CFC-4F5C-A29B-89FD45400740}" type="pres">
      <dgm:prSet presAssocID="{A27B7311-B7D5-4CA2-AC29-4BAE9D7C3179}" presName="Name21" presStyleCnt="0"/>
      <dgm:spPr/>
    </dgm:pt>
    <dgm:pt modelId="{A26E1325-9964-495E-AE3E-CB78A1987B99}" type="pres">
      <dgm:prSet presAssocID="{A27B7311-B7D5-4CA2-AC29-4BAE9D7C3179}" presName="level2Shape" presStyleLbl="node3" presStyleIdx="3" presStyleCnt="6"/>
      <dgm:spPr/>
    </dgm:pt>
    <dgm:pt modelId="{686CE57E-5A1B-454D-93FB-A1A8DE9B0561}" type="pres">
      <dgm:prSet presAssocID="{A27B7311-B7D5-4CA2-AC29-4BAE9D7C3179}" presName="hierChild3" presStyleCnt="0"/>
      <dgm:spPr/>
    </dgm:pt>
    <dgm:pt modelId="{8379BBD4-CCF1-4A1D-920E-5EE05C23A357}" type="pres">
      <dgm:prSet presAssocID="{54B85D38-D198-4C0F-A17D-2EAE9B77DFFF}" presName="Name19" presStyleLbl="parChTrans1D2" presStyleIdx="3" presStyleCnt="4"/>
      <dgm:spPr/>
    </dgm:pt>
    <dgm:pt modelId="{08DC07D3-17D9-4CC8-A055-F697AA548BC3}" type="pres">
      <dgm:prSet presAssocID="{B4397BD9-6E5E-470B-A7AD-9205BAE6237C}" presName="Name21" presStyleCnt="0"/>
      <dgm:spPr/>
    </dgm:pt>
    <dgm:pt modelId="{69CC8369-0A39-42C2-BD5C-3E50F480F9AD}" type="pres">
      <dgm:prSet presAssocID="{B4397BD9-6E5E-470B-A7AD-9205BAE6237C}" presName="level2Shape" presStyleLbl="node2" presStyleIdx="2" presStyleCnt="3"/>
      <dgm:spPr/>
    </dgm:pt>
    <dgm:pt modelId="{53877193-06DB-4F43-B7F9-CEC547AFADBB}" type="pres">
      <dgm:prSet presAssocID="{B4397BD9-6E5E-470B-A7AD-9205BAE6237C}" presName="hierChild3" presStyleCnt="0"/>
      <dgm:spPr/>
    </dgm:pt>
    <dgm:pt modelId="{96D9CE2C-7DE9-4DFD-ACF7-B74AA8132423}" type="pres">
      <dgm:prSet presAssocID="{06C26AAF-0104-4297-8152-9C978405BD62}" presName="Name19" presStyleLbl="parChTrans1D3" presStyleIdx="4" presStyleCnt="6"/>
      <dgm:spPr/>
    </dgm:pt>
    <dgm:pt modelId="{907A7181-81F4-4C6C-85F5-7BDD78B80FB4}" type="pres">
      <dgm:prSet presAssocID="{53D62846-3AAB-4DF2-977F-EABFFA9FAAC6}" presName="Name21" presStyleCnt="0"/>
      <dgm:spPr/>
    </dgm:pt>
    <dgm:pt modelId="{9193A27E-934C-4633-832F-E3EA07D8E669}" type="pres">
      <dgm:prSet presAssocID="{53D62846-3AAB-4DF2-977F-EABFFA9FAAC6}" presName="level2Shape" presStyleLbl="node3" presStyleIdx="4" presStyleCnt="6"/>
      <dgm:spPr/>
    </dgm:pt>
    <dgm:pt modelId="{50723039-6C20-47DD-A91E-3A714643B2D8}" type="pres">
      <dgm:prSet presAssocID="{53D62846-3AAB-4DF2-977F-EABFFA9FAAC6}" presName="hierChild3" presStyleCnt="0"/>
      <dgm:spPr/>
    </dgm:pt>
    <dgm:pt modelId="{88A248A8-782D-444C-B26D-B9D509D6A93D}" type="pres">
      <dgm:prSet presAssocID="{6C9E405E-7D18-4FF3-BDF2-45A3590AE46D}" presName="Name19" presStyleLbl="parChTrans1D3" presStyleIdx="5" presStyleCnt="6"/>
      <dgm:spPr/>
    </dgm:pt>
    <dgm:pt modelId="{93E4BC50-556C-482C-96F2-6B78D1E5020F}" type="pres">
      <dgm:prSet presAssocID="{B4C1B168-A7EE-4A8A-BC7F-E1FEC35EE4D6}" presName="Name21" presStyleCnt="0"/>
      <dgm:spPr/>
    </dgm:pt>
    <dgm:pt modelId="{B555562B-85A3-4ED9-9B8B-493BED642C18}" type="pres">
      <dgm:prSet presAssocID="{B4C1B168-A7EE-4A8A-BC7F-E1FEC35EE4D6}" presName="level2Shape" presStyleLbl="node3" presStyleIdx="5" presStyleCnt="6"/>
      <dgm:spPr/>
    </dgm:pt>
    <dgm:pt modelId="{3A875127-EA02-47CA-9C89-828FEF3EF446}" type="pres">
      <dgm:prSet presAssocID="{B4C1B168-A7EE-4A8A-BC7F-E1FEC35EE4D6}" presName="hierChild3" presStyleCnt="0"/>
      <dgm:spPr/>
    </dgm:pt>
    <dgm:pt modelId="{9D4C8F0C-9661-4EF2-85EF-2B5D9665B9B6}" type="pres">
      <dgm:prSet presAssocID="{7E81DF2F-CD0B-4F9A-8796-6BF14E775C4A}" presName="bgShapesFlow" presStyleCnt="0"/>
      <dgm:spPr/>
    </dgm:pt>
  </dgm:ptLst>
  <dgm:cxnLst>
    <dgm:cxn modelId="{53485B10-76FB-40B4-A109-A5E0F8045BB3}" srcId="{B4397BD9-6E5E-470B-A7AD-9205BAE6237C}" destId="{53D62846-3AAB-4DF2-977F-EABFFA9FAAC6}" srcOrd="0" destOrd="0" parTransId="{06C26AAF-0104-4297-8152-9C978405BD62}" sibTransId="{1EFB2551-0C0C-4D67-8D5F-79641BC06CE6}"/>
    <dgm:cxn modelId="{FAB04712-6932-4B95-815F-63DC8B23076D}" srcId="{59BEDDF9-BC74-472B-AAF3-BADA4BD2CCD9}" destId="{38F7A118-12FA-4D06-94E6-469A81731701}" srcOrd="0" destOrd="0" parTransId="{2337E199-F930-4843-8216-22709EAE8DF2}" sibTransId="{195F8EC2-5E7D-47FD-AE92-24782A36BEC0}"/>
    <dgm:cxn modelId="{C7E5AF17-A960-4596-9061-2EA62CFFCAB2}" type="presOf" srcId="{BC353EBF-BEBC-48BA-86CE-90A94339D042}" destId="{98F6A403-E939-4558-8F17-1D7AB1B41DC1}" srcOrd="0" destOrd="0" presId="urn:microsoft.com/office/officeart/2005/8/layout/hierarchy6"/>
    <dgm:cxn modelId="{A3366A19-3DD9-41B3-A757-D1588C829203}" type="presOf" srcId="{C2BBDC60-6AF3-43CF-8C21-59C2EEAABD4D}" destId="{E53ED304-E9E4-4F26-A14F-3051D7B43421}" srcOrd="0" destOrd="0" presId="urn:microsoft.com/office/officeart/2005/8/layout/hierarchy6"/>
    <dgm:cxn modelId="{614C231B-CE19-4C29-8316-BB53270C44F5}" type="presOf" srcId="{7E81DF2F-CD0B-4F9A-8796-6BF14E775C4A}" destId="{7EFD762B-853D-4135-A1F2-F1853E5E400E}" srcOrd="0" destOrd="0" presId="urn:microsoft.com/office/officeart/2005/8/layout/hierarchy6"/>
    <dgm:cxn modelId="{8BBB4C1D-7C6F-4182-BF4A-CE6FCA195CF5}" srcId="{B4397BD9-6E5E-470B-A7AD-9205BAE6237C}" destId="{B4C1B168-A7EE-4A8A-BC7F-E1FEC35EE4D6}" srcOrd="1" destOrd="0" parTransId="{6C9E405E-7D18-4FF3-BDF2-45A3590AE46D}" sibTransId="{22672B1C-8DF4-4E95-9D1C-CACA58B9F2B7}"/>
    <dgm:cxn modelId="{81786F23-7C9C-47AE-94C9-3445C6E03CA1}" type="presOf" srcId="{6C9E405E-7D18-4FF3-BDF2-45A3590AE46D}" destId="{88A248A8-782D-444C-B26D-B9D509D6A93D}" srcOrd="0" destOrd="0" presId="urn:microsoft.com/office/officeart/2005/8/layout/hierarchy6"/>
    <dgm:cxn modelId="{1ECAFC29-63BC-4BE4-8701-CC1DFCA12F79}" srcId="{59BEDDF9-BC74-472B-AAF3-BADA4BD2CCD9}" destId="{8CEC1A78-ECB9-428C-9C1C-BE2C1666AD61}" srcOrd="1" destOrd="0" parTransId="{31AD358C-B627-422D-9DBB-6A5A67D31A6D}" sibTransId="{57C42A97-B352-4AA0-9D9A-7C1B4F75A7EF}"/>
    <dgm:cxn modelId="{E5C09831-D7DE-4871-A772-CBD12DD4F6EB}" type="presOf" srcId="{53D62846-3AAB-4DF2-977F-EABFFA9FAAC6}" destId="{9193A27E-934C-4633-832F-E3EA07D8E669}" srcOrd="0" destOrd="0" presId="urn:microsoft.com/office/officeart/2005/8/layout/hierarchy6"/>
    <dgm:cxn modelId="{0616CE32-9A28-4BBF-A146-3CA458541E1B}" type="presOf" srcId="{59BEDDF9-BC74-472B-AAF3-BADA4BD2CCD9}" destId="{17CDD18A-8DBE-4780-932B-A6459C13F858}" srcOrd="0" destOrd="0" presId="urn:microsoft.com/office/officeart/2005/8/layout/hierarchy6"/>
    <dgm:cxn modelId="{F957E461-5444-4331-8D01-A5D968F8A14B}" type="presOf" srcId="{B4397BD9-6E5E-470B-A7AD-9205BAE6237C}" destId="{69CC8369-0A39-42C2-BD5C-3E50F480F9AD}" srcOrd="0" destOrd="0" presId="urn:microsoft.com/office/officeart/2005/8/layout/hierarchy6"/>
    <dgm:cxn modelId="{056E9942-D57E-4413-9192-571FECB7FB34}" type="presOf" srcId="{8CEC1A78-ECB9-428C-9C1C-BE2C1666AD61}" destId="{12B5EAE8-97D1-4410-A13B-F66ECADBC0F9}" srcOrd="0" destOrd="0" presId="urn:microsoft.com/office/officeart/2005/8/layout/hierarchy6"/>
    <dgm:cxn modelId="{DEBE0569-1849-4923-8781-4C64EA7D9AD3}" type="presOf" srcId="{990D18C1-1A37-45EA-8279-51774214B631}" destId="{4199440F-902F-46B5-B28E-6924C7493896}" srcOrd="0" destOrd="0" presId="urn:microsoft.com/office/officeart/2005/8/layout/hierarchy6"/>
    <dgm:cxn modelId="{83188F6A-24A8-49E7-A394-B8896C23C8B3}" type="presOf" srcId="{05D643AB-2066-4B70-8C52-0B03643CFF65}" destId="{C49DA013-B842-40D6-829C-54D0215F147A}" srcOrd="0" destOrd="0" presId="urn:microsoft.com/office/officeart/2005/8/layout/hierarchy6"/>
    <dgm:cxn modelId="{34319A6A-9665-4676-BC6A-6918ACA4589A}" srcId="{7E81DF2F-CD0B-4F9A-8796-6BF14E775C4A}" destId="{990D18C1-1A37-45EA-8279-51774214B631}" srcOrd="0" destOrd="0" parTransId="{493A5CA0-DD85-4C5D-B5F8-62B38597600B}" sibTransId="{4754ADDB-EFAE-4825-BD40-0E02D20741DF}"/>
    <dgm:cxn modelId="{F2D3E06E-52DD-440F-8E5E-6795690D1602}" type="presOf" srcId="{54B85D38-D198-4C0F-A17D-2EAE9B77DFFF}" destId="{8379BBD4-CCF1-4A1D-920E-5EE05C23A357}" srcOrd="0" destOrd="0" presId="urn:microsoft.com/office/officeart/2005/8/layout/hierarchy6"/>
    <dgm:cxn modelId="{BAD09A51-BDFE-4E8E-B65D-C62B4BB6D365}" type="presOf" srcId="{A27B7311-B7D5-4CA2-AC29-4BAE9D7C3179}" destId="{A26E1325-9964-495E-AE3E-CB78A1987B99}" srcOrd="0" destOrd="0" presId="urn:microsoft.com/office/officeart/2005/8/layout/hierarchy6"/>
    <dgm:cxn modelId="{1925DB54-CD94-4052-93A3-1F8E50BA53D3}" srcId="{FA002C8A-1FCB-4916-93B8-556658B60ED1}" destId="{A27B7311-B7D5-4CA2-AC29-4BAE9D7C3179}" srcOrd="1" destOrd="0" parTransId="{F37AC491-66E2-4605-9185-C330E3FDBAC2}" sibTransId="{2DC9A93D-ED35-45AF-AA96-705C1430FE68}"/>
    <dgm:cxn modelId="{67A99275-1B81-4B08-A9DE-22148983ED82}" type="presOf" srcId="{38F7A118-12FA-4D06-94E6-469A81731701}" destId="{E2B5298D-7E22-4133-AF76-73BD5EE47240}" srcOrd="0" destOrd="0" presId="urn:microsoft.com/office/officeart/2005/8/layout/hierarchy6"/>
    <dgm:cxn modelId="{A7BDF859-BCB8-4C13-87BB-0FC97F874281}" type="presOf" srcId="{FA002C8A-1FCB-4916-93B8-556658B60ED1}" destId="{42B7AB4C-7A46-406D-99FC-086C6AE70CCF}" srcOrd="0" destOrd="0" presId="urn:microsoft.com/office/officeart/2005/8/layout/hierarchy6"/>
    <dgm:cxn modelId="{5A611284-79A4-4C0D-B83B-B0BFF494953B}" srcId="{990D18C1-1A37-45EA-8279-51774214B631}" destId="{B4397BD9-6E5E-470B-A7AD-9205BAE6237C}" srcOrd="3" destOrd="0" parTransId="{54B85D38-D198-4C0F-A17D-2EAE9B77DFFF}" sibTransId="{789E89A8-47AA-4D68-981F-8EA87389CF2F}"/>
    <dgm:cxn modelId="{DD239C84-1E06-456D-9EF8-D4918320949E}" type="presOf" srcId="{78923BAA-2D1A-4966-A96E-F63DB3B07019}" destId="{76733321-A420-446E-B1FB-90BC29999F65}" srcOrd="0" destOrd="0" presId="urn:microsoft.com/office/officeart/2005/8/layout/hierarchy6"/>
    <dgm:cxn modelId="{36A87285-D27E-4B7A-AFAE-0DB027A25BE2}" type="presOf" srcId="{6986BBAC-15EA-4936-84E4-737F9B100E41}" destId="{EC850913-42ED-4B54-8ABF-FC14E3038431}" srcOrd="0" destOrd="0" presId="urn:microsoft.com/office/officeart/2005/8/layout/hierarchy6"/>
    <dgm:cxn modelId="{E4031C89-A256-4A28-BF91-7244486B32DA}" srcId="{990D18C1-1A37-45EA-8279-51774214B631}" destId="{FA002C8A-1FCB-4916-93B8-556658B60ED1}" srcOrd="2" destOrd="0" parTransId="{05D643AB-2066-4B70-8C52-0B03643CFF65}" sibTransId="{05B4FB35-F465-4E5F-BEEB-881DE19C2C6D}"/>
    <dgm:cxn modelId="{970F8A89-9917-4941-B0F5-EC7FCF692DE1}" srcId="{990D18C1-1A37-45EA-8279-51774214B631}" destId="{529599D5-504E-4AC3-9C00-A247E4AC7E46}" srcOrd="0" destOrd="0" parTransId="{6986BBAC-15EA-4936-84E4-737F9B100E41}" sibTransId="{063DEE20-DFCC-419F-A737-628B646F2E22}"/>
    <dgm:cxn modelId="{E7FF878A-2F70-4AFA-A315-D83097313122}" type="presOf" srcId="{B4C1B168-A7EE-4A8A-BC7F-E1FEC35EE4D6}" destId="{B555562B-85A3-4ED9-9B8B-493BED642C18}" srcOrd="0" destOrd="0" presId="urn:microsoft.com/office/officeart/2005/8/layout/hierarchy6"/>
    <dgm:cxn modelId="{9BC2EA95-DB38-4DE9-BFE5-98FE61B7517B}" type="presOf" srcId="{06C26AAF-0104-4297-8152-9C978405BD62}" destId="{96D9CE2C-7DE9-4DFD-ACF7-B74AA8132423}" srcOrd="0" destOrd="0" presId="urn:microsoft.com/office/officeart/2005/8/layout/hierarchy6"/>
    <dgm:cxn modelId="{8A31439A-6526-4B82-9508-A054D4D1F1C9}" type="presOf" srcId="{31AD358C-B627-422D-9DBB-6A5A67D31A6D}" destId="{49A94194-1B24-48E6-973E-654639E24479}" srcOrd="0" destOrd="0" presId="urn:microsoft.com/office/officeart/2005/8/layout/hierarchy6"/>
    <dgm:cxn modelId="{A55D439F-8B1B-4FA9-A41A-B7F9809715D1}" srcId="{FA002C8A-1FCB-4916-93B8-556658B60ED1}" destId="{BC353EBF-BEBC-48BA-86CE-90A94339D042}" srcOrd="0" destOrd="0" parTransId="{C2BBDC60-6AF3-43CF-8C21-59C2EEAABD4D}" sibTransId="{288264F6-2051-40CB-A2AB-A02BB150737D}"/>
    <dgm:cxn modelId="{1A29C5C7-FA57-41C0-8A6B-184DC8F89D55}" type="presOf" srcId="{2337E199-F930-4843-8216-22709EAE8DF2}" destId="{B771E95E-72FB-446E-97F7-62F1F8DEDE5E}" srcOrd="0" destOrd="0" presId="urn:microsoft.com/office/officeart/2005/8/layout/hierarchy6"/>
    <dgm:cxn modelId="{A43E15D3-6428-4C2C-89FA-8E167D2E7075}" type="presOf" srcId="{F37AC491-66E2-4605-9185-C330E3FDBAC2}" destId="{8A74497A-E30E-4F49-B5A1-04F7EE513C06}" srcOrd="0" destOrd="0" presId="urn:microsoft.com/office/officeart/2005/8/layout/hierarchy6"/>
    <dgm:cxn modelId="{CF6205E8-C47A-465C-8B92-2C0EAE36E447}" srcId="{990D18C1-1A37-45EA-8279-51774214B631}" destId="{59BEDDF9-BC74-472B-AAF3-BADA4BD2CCD9}" srcOrd="1" destOrd="0" parTransId="{78923BAA-2D1A-4966-A96E-F63DB3B07019}" sibTransId="{A5B87E91-93FA-4B6B-B7C8-FB22FB180445}"/>
    <dgm:cxn modelId="{2591F8F9-79B4-476F-899D-FDF4F8D4100D}" type="presOf" srcId="{529599D5-504E-4AC3-9C00-A247E4AC7E46}" destId="{390AB66F-CF60-45BF-A7A7-0067879515C0}" srcOrd="0" destOrd="0" presId="urn:microsoft.com/office/officeart/2005/8/layout/hierarchy6"/>
    <dgm:cxn modelId="{70632F51-1401-4C42-9D56-2CF3CA6B7A0D}" type="presParOf" srcId="{7EFD762B-853D-4135-A1F2-F1853E5E400E}" destId="{F1592C70-EAC6-43C4-B167-48635024AF41}" srcOrd="0" destOrd="0" presId="urn:microsoft.com/office/officeart/2005/8/layout/hierarchy6"/>
    <dgm:cxn modelId="{7181E792-6BEC-477A-9C88-F41505752F98}" type="presParOf" srcId="{F1592C70-EAC6-43C4-B167-48635024AF41}" destId="{18FD5D44-AAA7-4CC4-9319-7965B57DB6FA}" srcOrd="0" destOrd="0" presId="urn:microsoft.com/office/officeart/2005/8/layout/hierarchy6"/>
    <dgm:cxn modelId="{091618B8-B87B-4FB7-81D7-AD9946E3A239}" type="presParOf" srcId="{18FD5D44-AAA7-4CC4-9319-7965B57DB6FA}" destId="{6ECDF2E6-0CD4-4CDC-9379-772DF7DDBFEE}" srcOrd="0" destOrd="0" presId="urn:microsoft.com/office/officeart/2005/8/layout/hierarchy6"/>
    <dgm:cxn modelId="{FCF6AEA6-938E-454B-B64B-CADD775DA930}" type="presParOf" srcId="{6ECDF2E6-0CD4-4CDC-9379-772DF7DDBFEE}" destId="{4199440F-902F-46B5-B28E-6924C7493896}" srcOrd="0" destOrd="0" presId="urn:microsoft.com/office/officeart/2005/8/layout/hierarchy6"/>
    <dgm:cxn modelId="{ECF191F6-D216-4375-9C7B-3562F2B7B2F9}" type="presParOf" srcId="{6ECDF2E6-0CD4-4CDC-9379-772DF7DDBFEE}" destId="{B348DDA9-D024-42B3-A76F-48B996ED1763}" srcOrd="1" destOrd="0" presId="urn:microsoft.com/office/officeart/2005/8/layout/hierarchy6"/>
    <dgm:cxn modelId="{593DD359-F325-4547-A10B-441CC292B758}" type="presParOf" srcId="{B348DDA9-D024-42B3-A76F-48B996ED1763}" destId="{EC850913-42ED-4B54-8ABF-FC14E3038431}" srcOrd="0" destOrd="0" presId="urn:microsoft.com/office/officeart/2005/8/layout/hierarchy6"/>
    <dgm:cxn modelId="{632AB431-2CB2-439E-B946-ED53153ABE55}" type="presParOf" srcId="{B348DDA9-D024-42B3-A76F-48B996ED1763}" destId="{86A268A4-9229-42BB-B510-70466C763133}" srcOrd="1" destOrd="0" presId="urn:microsoft.com/office/officeart/2005/8/layout/hierarchy6"/>
    <dgm:cxn modelId="{8E65D6FA-92D4-4CE3-93CA-2BD81ADA405B}" type="presParOf" srcId="{86A268A4-9229-42BB-B510-70466C763133}" destId="{390AB66F-CF60-45BF-A7A7-0067879515C0}" srcOrd="0" destOrd="0" presId="urn:microsoft.com/office/officeart/2005/8/layout/hierarchy6"/>
    <dgm:cxn modelId="{61FC4194-1A4E-4006-AB93-81B257E81EDA}" type="presParOf" srcId="{86A268A4-9229-42BB-B510-70466C763133}" destId="{B144EC41-FF96-4364-914A-F44AB8BA1D3E}" srcOrd="1" destOrd="0" presId="urn:microsoft.com/office/officeart/2005/8/layout/hierarchy6"/>
    <dgm:cxn modelId="{6908BF28-EA27-42CA-AE5B-33BD8839BA2B}" type="presParOf" srcId="{B348DDA9-D024-42B3-A76F-48B996ED1763}" destId="{76733321-A420-446E-B1FB-90BC29999F65}" srcOrd="2" destOrd="0" presId="urn:microsoft.com/office/officeart/2005/8/layout/hierarchy6"/>
    <dgm:cxn modelId="{A7B32213-F802-4534-8A1F-464936ABFEE1}" type="presParOf" srcId="{B348DDA9-D024-42B3-A76F-48B996ED1763}" destId="{7EBAD5B3-ADE0-48BB-82BE-A0CC9B6C700D}" srcOrd="3" destOrd="0" presId="urn:microsoft.com/office/officeart/2005/8/layout/hierarchy6"/>
    <dgm:cxn modelId="{57096086-9393-42E6-967E-907346FD3491}" type="presParOf" srcId="{7EBAD5B3-ADE0-48BB-82BE-A0CC9B6C700D}" destId="{17CDD18A-8DBE-4780-932B-A6459C13F858}" srcOrd="0" destOrd="0" presId="urn:microsoft.com/office/officeart/2005/8/layout/hierarchy6"/>
    <dgm:cxn modelId="{62FAB7E9-3A41-4399-8DFE-83D1E03EC1E1}" type="presParOf" srcId="{7EBAD5B3-ADE0-48BB-82BE-A0CC9B6C700D}" destId="{688140C8-EFFC-4F56-99F1-1FD1EA07A3AF}" srcOrd="1" destOrd="0" presId="urn:microsoft.com/office/officeart/2005/8/layout/hierarchy6"/>
    <dgm:cxn modelId="{BD9E9A03-4531-4D9E-AC63-081224657F74}" type="presParOf" srcId="{688140C8-EFFC-4F56-99F1-1FD1EA07A3AF}" destId="{B771E95E-72FB-446E-97F7-62F1F8DEDE5E}" srcOrd="0" destOrd="0" presId="urn:microsoft.com/office/officeart/2005/8/layout/hierarchy6"/>
    <dgm:cxn modelId="{49642D44-9173-4913-9047-CB2C3E328601}" type="presParOf" srcId="{688140C8-EFFC-4F56-99F1-1FD1EA07A3AF}" destId="{976D1E30-5739-4F94-99F7-19886691B72F}" srcOrd="1" destOrd="0" presId="urn:microsoft.com/office/officeart/2005/8/layout/hierarchy6"/>
    <dgm:cxn modelId="{5F75996A-D389-44BA-A987-D9EBBC07B7DC}" type="presParOf" srcId="{976D1E30-5739-4F94-99F7-19886691B72F}" destId="{E2B5298D-7E22-4133-AF76-73BD5EE47240}" srcOrd="0" destOrd="0" presId="urn:microsoft.com/office/officeart/2005/8/layout/hierarchy6"/>
    <dgm:cxn modelId="{96BFBD6A-8F80-428B-984C-A302C0BBECAD}" type="presParOf" srcId="{976D1E30-5739-4F94-99F7-19886691B72F}" destId="{FE99D605-6569-4A63-811F-3F22A07EABCB}" srcOrd="1" destOrd="0" presId="urn:microsoft.com/office/officeart/2005/8/layout/hierarchy6"/>
    <dgm:cxn modelId="{2FFDC343-1BAB-4829-BADE-FCA15E06D416}" type="presParOf" srcId="{688140C8-EFFC-4F56-99F1-1FD1EA07A3AF}" destId="{49A94194-1B24-48E6-973E-654639E24479}" srcOrd="2" destOrd="0" presId="urn:microsoft.com/office/officeart/2005/8/layout/hierarchy6"/>
    <dgm:cxn modelId="{8FED0AFC-CAEC-4833-A7D9-F1D6945187FE}" type="presParOf" srcId="{688140C8-EFFC-4F56-99F1-1FD1EA07A3AF}" destId="{40F4F61D-EAF5-442F-B6FF-E0CA89F97EA7}" srcOrd="3" destOrd="0" presId="urn:microsoft.com/office/officeart/2005/8/layout/hierarchy6"/>
    <dgm:cxn modelId="{5449A446-6C74-427C-9108-E6462C4C82F2}" type="presParOf" srcId="{40F4F61D-EAF5-442F-B6FF-E0CA89F97EA7}" destId="{12B5EAE8-97D1-4410-A13B-F66ECADBC0F9}" srcOrd="0" destOrd="0" presId="urn:microsoft.com/office/officeart/2005/8/layout/hierarchy6"/>
    <dgm:cxn modelId="{69C7585F-D554-4E36-BD10-E7989FBBDD65}" type="presParOf" srcId="{40F4F61D-EAF5-442F-B6FF-E0CA89F97EA7}" destId="{A4534C39-EAB4-4E98-80F7-C4400BFC6308}" srcOrd="1" destOrd="0" presId="urn:microsoft.com/office/officeart/2005/8/layout/hierarchy6"/>
    <dgm:cxn modelId="{389A3152-C69F-47D6-B6A1-8C0DB6D832D1}" type="presParOf" srcId="{B348DDA9-D024-42B3-A76F-48B996ED1763}" destId="{C49DA013-B842-40D6-829C-54D0215F147A}" srcOrd="4" destOrd="0" presId="urn:microsoft.com/office/officeart/2005/8/layout/hierarchy6"/>
    <dgm:cxn modelId="{89CDCE86-28E1-45CD-A5C1-EDC6399A2C36}" type="presParOf" srcId="{B348DDA9-D024-42B3-A76F-48B996ED1763}" destId="{ACCD2B05-B580-4052-A219-49BA26C807F0}" srcOrd="5" destOrd="0" presId="urn:microsoft.com/office/officeart/2005/8/layout/hierarchy6"/>
    <dgm:cxn modelId="{9E7F5C5F-7832-415D-9E9C-E965D27C0655}" type="presParOf" srcId="{ACCD2B05-B580-4052-A219-49BA26C807F0}" destId="{42B7AB4C-7A46-406D-99FC-086C6AE70CCF}" srcOrd="0" destOrd="0" presId="urn:microsoft.com/office/officeart/2005/8/layout/hierarchy6"/>
    <dgm:cxn modelId="{DD68CEB7-53C2-4F4E-8CC1-EBBF1114B95A}" type="presParOf" srcId="{ACCD2B05-B580-4052-A219-49BA26C807F0}" destId="{7E83D57F-9912-4F86-9AD5-554ECA154C42}" srcOrd="1" destOrd="0" presId="urn:microsoft.com/office/officeart/2005/8/layout/hierarchy6"/>
    <dgm:cxn modelId="{2B0B0A00-A757-498B-977B-44826BCD569A}" type="presParOf" srcId="{7E83D57F-9912-4F86-9AD5-554ECA154C42}" destId="{E53ED304-E9E4-4F26-A14F-3051D7B43421}" srcOrd="0" destOrd="0" presId="urn:microsoft.com/office/officeart/2005/8/layout/hierarchy6"/>
    <dgm:cxn modelId="{3EE805EB-45C5-4CD6-8B24-FC04305AA80D}" type="presParOf" srcId="{7E83D57F-9912-4F86-9AD5-554ECA154C42}" destId="{D609A24F-46BF-4C22-8933-D5A17A79A199}" srcOrd="1" destOrd="0" presId="urn:microsoft.com/office/officeart/2005/8/layout/hierarchy6"/>
    <dgm:cxn modelId="{60B21832-E151-4718-85AA-F20AE8E69526}" type="presParOf" srcId="{D609A24F-46BF-4C22-8933-D5A17A79A199}" destId="{98F6A403-E939-4558-8F17-1D7AB1B41DC1}" srcOrd="0" destOrd="0" presId="urn:microsoft.com/office/officeart/2005/8/layout/hierarchy6"/>
    <dgm:cxn modelId="{896C6665-0F91-497E-BA31-684BCDF908E5}" type="presParOf" srcId="{D609A24F-46BF-4C22-8933-D5A17A79A199}" destId="{2424BA81-58F6-4F3F-B4AA-292BB4177FBD}" srcOrd="1" destOrd="0" presId="urn:microsoft.com/office/officeart/2005/8/layout/hierarchy6"/>
    <dgm:cxn modelId="{A8183AFC-0DD4-43C5-A780-4DEF61B985BF}" type="presParOf" srcId="{7E83D57F-9912-4F86-9AD5-554ECA154C42}" destId="{8A74497A-E30E-4F49-B5A1-04F7EE513C06}" srcOrd="2" destOrd="0" presId="urn:microsoft.com/office/officeart/2005/8/layout/hierarchy6"/>
    <dgm:cxn modelId="{0B25D8E3-D5A7-463F-A40E-06B4FC073C08}" type="presParOf" srcId="{7E83D57F-9912-4F86-9AD5-554ECA154C42}" destId="{7201E04C-0CFC-4F5C-A29B-89FD45400740}" srcOrd="3" destOrd="0" presId="urn:microsoft.com/office/officeart/2005/8/layout/hierarchy6"/>
    <dgm:cxn modelId="{54FBDB28-8CFC-4C1A-90EC-4E42CE0D9FEE}" type="presParOf" srcId="{7201E04C-0CFC-4F5C-A29B-89FD45400740}" destId="{A26E1325-9964-495E-AE3E-CB78A1987B99}" srcOrd="0" destOrd="0" presId="urn:microsoft.com/office/officeart/2005/8/layout/hierarchy6"/>
    <dgm:cxn modelId="{B8DCFE97-7F94-4CAB-8F3F-668F638C5E8B}" type="presParOf" srcId="{7201E04C-0CFC-4F5C-A29B-89FD45400740}" destId="{686CE57E-5A1B-454D-93FB-A1A8DE9B0561}" srcOrd="1" destOrd="0" presId="urn:microsoft.com/office/officeart/2005/8/layout/hierarchy6"/>
    <dgm:cxn modelId="{00B5489E-11FC-46F6-8198-8BD219846B50}" type="presParOf" srcId="{B348DDA9-D024-42B3-A76F-48B996ED1763}" destId="{8379BBD4-CCF1-4A1D-920E-5EE05C23A357}" srcOrd="6" destOrd="0" presId="urn:microsoft.com/office/officeart/2005/8/layout/hierarchy6"/>
    <dgm:cxn modelId="{A8F71A8B-4845-42A3-9E05-3E80A49ED5C6}" type="presParOf" srcId="{B348DDA9-D024-42B3-A76F-48B996ED1763}" destId="{08DC07D3-17D9-4CC8-A055-F697AA548BC3}" srcOrd="7" destOrd="0" presId="urn:microsoft.com/office/officeart/2005/8/layout/hierarchy6"/>
    <dgm:cxn modelId="{482B3A6C-86E0-4FB5-A11A-30CCBFD388A6}" type="presParOf" srcId="{08DC07D3-17D9-4CC8-A055-F697AA548BC3}" destId="{69CC8369-0A39-42C2-BD5C-3E50F480F9AD}" srcOrd="0" destOrd="0" presId="urn:microsoft.com/office/officeart/2005/8/layout/hierarchy6"/>
    <dgm:cxn modelId="{54D23A95-0E2F-4138-8DA8-125D92368D54}" type="presParOf" srcId="{08DC07D3-17D9-4CC8-A055-F697AA548BC3}" destId="{53877193-06DB-4F43-B7F9-CEC547AFADBB}" srcOrd="1" destOrd="0" presId="urn:microsoft.com/office/officeart/2005/8/layout/hierarchy6"/>
    <dgm:cxn modelId="{CA62193B-783E-4005-A2E7-3362BF0E3272}" type="presParOf" srcId="{53877193-06DB-4F43-B7F9-CEC547AFADBB}" destId="{96D9CE2C-7DE9-4DFD-ACF7-B74AA8132423}" srcOrd="0" destOrd="0" presId="urn:microsoft.com/office/officeart/2005/8/layout/hierarchy6"/>
    <dgm:cxn modelId="{62C589EE-BDAE-412E-B2FC-BCFA17A7C48F}" type="presParOf" srcId="{53877193-06DB-4F43-B7F9-CEC547AFADBB}" destId="{907A7181-81F4-4C6C-85F5-7BDD78B80FB4}" srcOrd="1" destOrd="0" presId="urn:microsoft.com/office/officeart/2005/8/layout/hierarchy6"/>
    <dgm:cxn modelId="{08382F5D-B48D-4370-A758-9803E9F2E9E2}" type="presParOf" srcId="{907A7181-81F4-4C6C-85F5-7BDD78B80FB4}" destId="{9193A27E-934C-4633-832F-E3EA07D8E669}" srcOrd="0" destOrd="0" presId="urn:microsoft.com/office/officeart/2005/8/layout/hierarchy6"/>
    <dgm:cxn modelId="{0BE0D92A-150A-4FF4-B18D-EAADCC37E581}" type="presParOf" srcId="{907A7181-81F4-4C6C-85F5-7BDD78B80FB4}" destId="{50723039-6C20-47DD-A91E-3A714643B2D8}" srcOrd="1" destOrd="0" presId="urn:microsoft.com/office/officeart/2005/8/layout/hierarchy6"/>
    <dgm:cxn modelId="{92A16127-A699-432F-AE07-8ADC906BCD8D}" type="presParOf" srcId="{53877193-06DB-4F43-B7F9-CEC547AFADBB}" destId="{88A248A8-782D-444C-B26D-B9D509D6A93D}" srcOrd="2" destOrd="0" presId="urn:microsoft.com/office/officeart/2005/8/layout/hierarchy6"/>
    <dgm:cxn modelId="{3396E7E8-2462-48C0-B420-A9EFC109ACE5}" type="presParOf" srcId="{53877193-06DB-4F43-B7F9-CEC547AFADBB}" destId="{93E4BC50-556C-482C-96F2-6B78D1E5020F}" srcOrd="3" destOrd="0" presId="urn:microsoft.com/office/officeart/2005/8/layout/hierarchy6"/>
    <dgm:cxn modelId="{B163A621-B38A-4126-94AF-4E8A03D529D1}" type="presParOf" srcId="{93E4BC50-556C-482C-96F2-6B78D1E5020F}" destId="{B555562B-85A3-4ED9-9B8B-493BED642C18}" srcOrd="0" destOrd="0" presId="urn:microsoft.com/office/officeart/2005/8/layout/hierarchy6"/>
    <dgm:cxn modelId="{A1EBFFD9-CDDF-4D8D-BFCD-5BDD6CFCE895}" type="presParOf" srcId="{93E4BC50-556C-482C-96F2-6B78D1E5020F}" destId="{3A875127-EA02-47CA-9C89-828FEF3EF446}" srcOrd="1" destOrd="0" presId="urn:microsoft.com/office/officeart/2005/8/layout/hierarchy6"/>
    <dgm:cxn modelId="{5EE08395-35A5-4B2D-9457-107DFA445988}" type="presParOf" srcId="{7EFD762B-853D-4135-A1F2-F1853E5E400E}" destId="{9D4C8F0C-9661-4EF2-85EF-2B5D9665B9B6}" srcOrd="1" destOrd="0" presId="urn:microsoft.com/office/officeart/2005/8/layout/hierarchy6"/>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0BE0AC2-2A47-43A1-92FF-B3A7BF1B3D06}">
      <dsp:nvSpPr>
        <dsp:cNvPr id="0" name=""/>
        <dsp:cNvSpPr/>
      </dsp:nvSpPr>
      <dsp:spPr>
        <a:xfrm>
          <a:off x="2917" y="148971"/>
          <a:ext cx="1754268" cy="701707"/>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ct val="110000"/>
            </a:lnSpc>
            <a:spcBef>
              <a:spcPts val="0"/>
            </a:spcBef>
            <a:spcAft>
              <a:spcPts val="0"/>
            </a:spcAft>
            <a:buNone/>
          </a:pPr>
          <a:r>
            <a:rPr lang="de-AT" sz="1400" b="1" kern="1200" dirty="0"/>
            <a:t>Überschrift</a:t>
          </a:r>
        </a:p>
      </dsp:txBody>
      <dsp:txXfrm>
        <a:off x="2917" y="148971"/>
        <a:ext cx="1754268" cy="701707"/>
      </dsp:txXfrm>
    </dsp:sp>
    <dsp:sp modelId="{91E4C61F-7C52-426E-9419-312040B44658}">
      <dsp:nvSpPr>
        <dsp:cNvPr id="0" name=""/>
        <dsp:cNvSpPr/>
      </dsp:nvSpPr>
      <dsp:spPr>
        <a:xfrm>
          <a:off x="2917" y="850678"/>
          <a:ext cx="1754268" cy="285480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ct val="110000"/>
            </a:lnSpc>
            <a:spcBef>
              <a:spcPts val="0"/>
            </a:spcBef>
            <a:spcAft>
              <a:spcPts val="0"/>
            </a:spcAft>
            <a:buChar char="•"/>
          </a:pPr>
          <a:r>
            <a:rPr lang="de-DE" sz="1400" b="0" kern="1200" dirty="0"/>
            <a:t>Lore </a:t>
          </a:r>
          <a:r>
            <a:rPr lang="de-DE" sz="1400" b="0" kern="1200" dirty="0" err="1"/>
            <a:t>Ipsum</a:t>
          </a:r>
          <a:endParaRPr lang="de-AT" sz="1400" kern="1200" dirty="0"/>
        </a:p>
        <a:p>
          <a:pPr marL="114300" lvl="1" indent="-114300" algn="l" defTabSz="622300">
            <a:lnSpc>
              <a:spcPct val="110000"/>
            </a:lnSpc>
            <a:spcBef>
              <a:spcPts val="0"/>
            </a:spcBef>
            <a:spcAft>
              <a:spcPts val="0"/>
            </a:spcAft>
            <a:buChar char="•"/>
          </a:pPr>
          <a:r>
            <a:rPr lang="de-DE" sz="1400" b="0" kern="1200" dirty="0"/>
            <a:t>Lore </a:t>
          </a:r>
          <a:r>
            <a:rPr lang="de-DE" sz="1400" b="0" kern="1200" dirty="0" err="1"/>
            <a:t>Ipsum</a:t>
          </a:r>
          <a:endParaRPr lang="de-AT" sz="1400" kern="1200" dirty="0"/>
        </a:p>
        <a:p>
          <a:pPr marL="114300" lvl="1" indent="-114300" algn="l" defTabSz="622300">
            <a:lnSpc>
              <a:spcPct val="110000"/>
            </a:lnSpc>
            <a:spcBef>
              <a:spcPts val="0"/>
            </a:spcBef>
            <a:spcAft>
              <a:spcPts val="0"/>
            </a:spcAft>
            <a:buChar char="•"/>
          </a:pPr>
          <a:endParaRPr lang="de-AT" sz="1400" kern="1200" dirty="0"/>
        </a:p>
      </dsp:txBody>
      <dsp:txXfrm>
        <a:off x="2917" y="850678"/>
        <a:ext cx="1754268" cy="2854800"/>
      </dsp:txXfrm>
    </dsp:sp>
    <dsp:sp modelId="{FD282EC7-386B-410D-87BE-3FB6CC098E70}">
      <dsp:nvSpPr>
        <dsp:cNvPr id="0" name=""/>
        <dsp:cNvSpPr/>
      </dsp:nvSpPr>
      <dsp:spPr>
        <a:xfrm>
          <a:off x="2002783" y="148971"/>
          <a:ext cx="1754268" cy="701707"/>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ct val="110000"/>
            </a:lnSpc>
            <a:spcBef>
              <a:spcPts val="0"/>
            </a:spcBef>
            <a:spcAft>
              <a:spcPts val="0"/>
            </a:spcAft>
            <a:buNone/>
          </a:pPr>
          <a:r>
            <a:rPr lang="de-AT" sz="1400" b="1" kern="1200" dirty="0"/>
            <a:t>Header</a:t>
          </a:r>
        </a:p>
      </dsp:txBody>
      <dsp:txXfrm>
        <a:off x="2002783" y="148971"/>
        <a:ext cx="1754268" cy="701707"/>
      </dsp:txXfrm>
    </dsp:sp>
    <dsp:sp modelId="{9A50B2AE-D25B-4791-8DD2-E0BBBDD10686}">
      <dsp:nvSpPr>
        <dsp:cNvPr id="0" name=""/>
        <dsp:cNvSpPr/>
      </dsp:nvSpPr>
      <dsp:spPr>
        <a:xfrm>
          <a:off x="2002783" y="850678"/>
          <a:ext cx="1754268" cy="285480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ct val="110000"/>
            </a:lnSpc>
            <a:spcBef>
              <a:spcPts val="0"/>
            </a:spcBef>
            <a:spcAft>
              <a:spcPts val="0"/>
            </a:spcAft>
            <a:buChar char="•"/>
          </a:pPr>
          <a:r>
            <a:rPr lang="de-DE" sz="1400" b="0" kern="1200" dirty="0"/>
            <a:t>Lore </a:t>
          </a:r>
          <a:r>
            <a:rPr lang="de-DE" sz="1400" b="0" kern="1200" dirty="0" err="1"/>
            <a:t>Ipsum</a:t>
          </a:r>
          <a:endParaRPr lang="de-AT" sz="1400" kern="1200" dirty="0"/>
        </a:p>
      </dsp:txBody>
      <dsp:txXfrm>
        <a:off x="2002783" y="850678"/>
        <a:ext cx="1754268" cy="2854800"/>
      </dsp:txXfrm>
    </dsp:sp>
    <dsp:sp modelId="{6F25EFC5-40DE-4C41-8EE4-2A362947BE62}">
      <dsp:nvSpPr>
        <dsp:cNvPr id="0" name=""/>
        <dsp:cNvSpPr/>
      </dsp:nvSpPr>
      <dsp:spPr>
        <a:xfrm>
          <a:off x="4002648" y="148971"/>
          <a:ext cx="1754268" cy="701707"/>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ct val="110000"/>
            </a:lnSpc>
            <a:spcBef>
              <a:spcPts val="0"/>
            </a:spcBef>
            <a:spcAft>
              <a:spcPts val="0"/>
            </a:spcAft>
            <a:buNone/>
          </a:pPr>
          <a:r>
            <a:rPr lang="de-AT" sz="1400" b="1" kern="1200" dirty="0"/>
            <a:t>Überschrift</a:t>
          </a:r>
        </a:p>
      </dsp:txBody>
      <dsp:txXfrm>
        <a:off x="4002648" y="148971"/>
        <a:ext cx="1754268" cy="701707"/>
      </dsp:txXfrm>
    </dsp:sp>
    <dsp:sp modelId="{3F1027D8-7003-482C-9687-F10BEBE5F2B5}">
      <dsp:nvSpPr>
        <dsp:cNvPr id="0" name=""/>
        <dsp:cNvSpPr/>
      </dsp:nvSpPr>
      <dsp:spPr>
        <a:xfrm>
          <a:off x="4002648" y="850678"/>
          <a:ext cx="1754268" cy="285480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ct val="110000"/>
            </a:lnSpc>
            <a:spcBef>
              <a:spcPts val="0"/>
            </a:spcBef>
            <a:spcAft>
              <a:spcPts val="0"/>
            </a:spcAft>
            <a:buChar char="•"/>
          </a:pPr>
          <a:r>
            <a:rPr lang="de-DE" sz="1400" b="0" kern="1200" dirty="0"/>
            <a:t>Lore </a:t>
          </a:r>
          <a:r>
            <a:rPr lang="de-DE" sz="1400" b="0" kern="1200" dirty="0" err="1"/>
            <a:t>Ipsum</a:t>
          </a:r>
          <a:endParaRPr lang="de-AT" sz="1400" kern="1200" dirty="0"/>
        </a:p>
        <a:p>
          <a:pPr marL="285750" lvl="1" indent="-285750" algn="l" defTabSz="1600200">
            <a:lnSpc>
              <a:spcPct val="90000"/>
            </a:lnSpc>
            <a:spcBef>
              <a:spcPct val="0"/>
            </a:spcBef>
            <a:spcAft>
              <a:spcPct val="15000"/>
            </a:spcAft>
            <a:buChar char="•"/>
          </a:pPr>
          <a:endParaRPr lang="de-AT" sz="3600" kern="1200" dirty="0"/>
        </a:p>
      </dsp:txBody>
      <dsp:txXfrm>
        <a:off x="4002648" y="850678"/>
        <a:ext cx="1754268" cy="2854800"/>
      </dsp:txXfrm>
    </dsp:sp>
    <dsp:sp modelId="{ADC1CC55-DA0A-49EE-A5F5-8353F4CAE566}">
      <dsp:nvSpPr>
        <dsp:cNvPr id="0" name=""/>
        <dsp:cNvSpPr/>
      </dsp:nvSpPr>
      <dsp:spPr>
        <a:xfrm>
          <a:off x="6002514" y="148971"/>
          <a:ext cx="1754268" cy="701707"/>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ct val="110000"/>
            </a:lnSpc>
            <a:spcBef>
              <a:spcPts val="0"/>
            </a:spcBef>
            <a:spcAft>
              <a:spcPts val="0"/>
            </a:spcAft>
            <a:buNone/>
          </a:pPr>
          <a:r>
            <a:rPr lang="de-AT" sz="1400" b="1" kern="1200" dirty="0"/>
            <a:t>Title</a:t>
          </a:r>
        </a:p>
      </dsp:txBody>
      <dsp:txXfrm>
        <a:off x="6002514" y="148971"/>
        <a:ext cx="1754268" cy="701707"/>
      </dsp:txXfrm>
    </dsp:sp>
    <dsp:sp modelId="{6D33E3F4-BAF6-4823-AC4F-E6FA0DDE3FA9}">
      <dsp:nvSpPr>
        <dsp:cNvPr id="0" name=""/>
        <dsp:cNvSpPr/>
      </dsp:nvSpPr>
      <dsp:spPr>
        <a:xfrm>
          <a:off x="6002514" y="850678"/>
          <a:ext cx="1754268" cy="285480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ct val="110000"/>
            </a:lnSpc>
            <a:spcBef>
              <a:spcPts val="0"/>
            </a:spcBef>
            <a:spcAft>
              <a:spcPts val="0"/>
            </a:spcAft>
            <a:buChar char="•"/>
          </a:pPr>
          <a:r>
            <a:rPr lang="de-DE" sz="1400" b="0" kern="1200" dirty="0"/>
            <a:t>Lore </a:t>
          </a:r>
          <a:r>
            <a:rPr lang="de-DE" sz="1400" b="0" kern="1200" dirty="0" err="1"/>
            <a:t>Ipsum</a:t>
          </a:r>
          <a:endParaRPr lang="de-AT" sz="1400" kern="1200" dirty="0"/>
        </a:p>
      </dsp:txBody>
      <dsp:txXfrm>
        <a:off x="6002514" y="850678"/>
        <a:ext cx="1754268" cy="285480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199440F-902F-46B5-B28E-6924C7493896}">
      <dsp:nvSpPr>
        <dsp:cNvPr id="0" name=""/>
        <dsp:cNvSpPr/>
      </dsp:nvSpPr>
      <dsp:spPr>
        <a:xfrm>
          <a:off x="3403867" y="726581"/>
          <a:ext cx="951965" cy="634643"/>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38100" rIns="38100" bIns="38100" numCol="1" spcCol="1270" anchor="ctr" anchorCtr="0">
          <a:noAutofit/>
        </a:bodyPr>
        <a:lstStyle/>
        <a:p>
          <a:pPr marL="0" lvl="0" indent="0" algn="ctr" defTabSz="444500">
            <a:lnSpc>
              <a:spcPct val="90000"/>
            </a:lnSpc>
            <a:spcBef>
              <a:spcPct val="0"/>
            </a:spcBef>
            <a:spcAft>
              <a:spcPct val="35000"/>
            </a:spcAft>
            <a:buNone/>
          </a:pPr>
          <a:r>
            <a:rPr lang="de-AT" sz="1000" b="1" kern="1200" dirty="0"/>
            <a:t>Manager</a:t>
          </a:r>
        </a:p>
      </dsp:txBody>
      <dsp:txXfrm>
        <a:off x="3422455" y="745169"/>
        <a:ext cx="914789" cy="597467"/>
      </dsp:txXfrm>
    </dsp:sp>
    <dsp:sp modelId="{EC850913-42ED-4B54-8ABF-FC14E3038431}">
      <dsp:nvSpPr>
        <dsp:cNvPr id="0" name=""/>
        <dsp:cNvSpPr/>
      </dsp:nvSpPr>
      <dsp:spPr>
        <a:xfrm>
          <a:off x="476574" y="1361224"/>
          <a:ext cx="3403275" cy="248678"/>
        </a:xfrm>
        <a:custGeom>
          <a:avLst/>
          <a:gdLst/>
          <a:ahLst/>
          <a:cxnLst/>
          <a:rect l="0" t="0" r="0" b="0"/>
          <a:pathLst>
            <a:path>
              <a:moveTo>
                <a:pt x="3403275" y="0"/>
              </a:moveTo>
              <a:lnTo>
                <a:pt x="3403275" y="124339"/>
              </a:lnTo>
              <a:lnTo>
                <a:pt x="0" y="124339"/>
              </a:lnTo>
              <a:lnTo>
                <a:pt x="0" y="248678"/>
              </a:lnTo>
            </a:path>
          </a:pathLst>
        </a:custGeom>
        <a:noFill/>
        <a:ln w="1270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90AB66F-CF60-45BF-A7A7-0067879515C0}">
      <dsp:nvSpPr>
        <dsp:cNvPr id="0" name=""/>
        <dsp:cNvSpPr/>
      </dsp:nvSpPr>
      <dsp:spPr>
        <a:xfrm>
          <a:off x="592" y="1609903"/>
          <a:ext cx="951965" cy="634643"/>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38100" rIns="38100" bIns="38100" numCol="1" spcCol="1270" anchor="ctr" anchorCtr="0">
          <a:noAutofit/>
        </a:bodyPr>
        <a:lstStyle/>
        <a:p>
          <a:pPr marL="0" lvl="0" indent="0" algn="ctr" defTabSz="444500">
            <a:lnSpc>
              <a:spcPct val="90000"/>
            </a:lnSpc>
            <a:spcBef>
              <a:spcPct val="0"/>
            </a:spcBef>
            <a:spcAft>
              <a:spcPct val="35000"/>
            </a:spcAft>
            <a:buNone/>
          </a:pPr>
          <a:r>
            <a:rPr lang="de-AT" sz="1000" kern="1200" dirty="0"/>
            <a:t>Stabstelle</a:t>
          </a:r>
        </a:p>
      </dsp:txBody>
      <dsp:txXfrm>
        <a:off x="19180" y="1628491"/>
        <a:ext cx="914789" cy="597467"/>
      </dsp:txXfrm>
    </dsp:sp>
    <dsp:sp modelId="{76733321-A420-446E-B1FB-90BC29999F65}">
      <dsp:nvSpPr>
        <dsp:cNvPr id="0" name=""/>
        <dsp:cNvSpPr/>
      </dsp:nvSpPr>
      <dsp:spPr>
        <a:xfrm>
          <a:off x="1714129" y="1361224"/>
          <a:ext cx="2165720" cy="248678"/>
        </a:xfrm>
        <a:custGeom>
          <a:avLst/>
          <a:gdLst/>
          <a:ahLst/>
          <a:cxnLst/>
          <a:rect l="0" t="0" r="0" b="0"/>
          <a:pathLst>
            <a:path>
              <a:moveTo>
                <a:pt x="2165720" y="0"/>
              </a:moveTo>
              <a:lnTo>
                <a:pt x="2165720" y="124339"/>
              </a:lnTo>
              <a:lnTo>
                <a:pt x="0" y="124339"/>
              </a:lnTo>
              <a:lnTo>
                <a:pt x="0" y="248678"/>
              </a:lnTo>
            </a:path>
          </a:pathLst>
        </a:custGeom>
        <a:noFill/>
        <a:ln w="1270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7CDD18A-8DBE-4780-932B-A6459C13F858}">
      <dsp:nvSpPr>
        <dsp:cNvPr id="0" name=""/>
        <dsp:cNvSpPr/>
      </dsp:nvSpPr>
      <dsp:spPr>
        <a:xfrm>
          <a:off x="1238146" y="1609903"/>
          <a:ext cx="951965" cy="634643"/>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38100" rIns="38100" bIns="38100" numCol="1" spcCol="1270" anchor="ctr" anchorCtr="0">
          <a:noAutofit/>
        </a:bodyPr>
        <a:lstStyle/>
        <a:p>
          <a:pPr marL="0" lvl="0" indent="0" algn="ctr" defTabSz="444500">
            <a:lnSpc>
              <a:spcPct val="90000"/>
            </a:lnSpc>
            <a:spcBef>
              <a:spcPct val="0"/>
            </a:spcBef>
            <a:spcAft>
              <a:spcPct val="35000"/>
            </a:spcAft>
            <a:buNone/>
          </a:pPr>
          <a:r>
            <a:rPr lang="de-AT" sz="1000" kern="1200" dirty="0"/>
            <a:t>Vorgesetzter 1</a:t>
          </a:r>
        </a:p>
      </dsp:txBody>
      <dsp:txXfrm>
        <a:off x="1256734" y="1628491"/>
        <a:ext cx="914789" cy="597467"/>
      </dsp:txXfrm>
    </dsp:sp>
    <dsp:sp modelId="{B771E95E-72FB-446E-97F7-62F1F8DEDE5E}">
      <dsp:nvSpPr>
        <dsp:cNvPr id="0" name=""/>
        <dsp:cNvSpPr/>
      </dsp:nvSpPr>
      <dsp:spPr>
        <a:xfrm>
          <a:off x="1095351" y="2244546"/>
          <a:ext cx="618777" cy="253857"/>
        </a:xfrm>
        <a:custGeom>
          <a:avLst/>
          <a:gdLst/>
          <a:ahLst/>
          <a:cxnLst/>
          <a:rect l="0" t="0" r="0" b="0"/>
          <a:pathLst>
            <a:path>
              <a:moveTo>
                <a:pt x="618777" y="0"/>
              </a:moveTo>
              <a:lnTo>
                <a:pt x="618777" y="126928"/>
              </a:lnTo>
              <a:lnTo>
                <a:pt x="0" y="126928"/>
              </a:lnTo>
              <a:lnTo>
                <a:pt x="0" y="253857"/>
              </a:lnTo>
            </a:path>
          </a:pathLst>
        </a:custGeom>
        <a:noFill/>
        <a:ln w="12700" cap="flat" cmpd="sng" algn="ctr">
          <a:solidFill>
            <a:schemeClr val="accent3">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E2B5298D-7E22-4133-AF76-73BD5EE47240}">
      <dsp:nvSpPr>
        <dsp:cNvPr id="0" name=""/>
        <dsp:cNvSpPr/>
      </dsp:nvSpPr>
      <dsp:spPr>
        <a:xfrm>
          <a:off x="619369" y="2498404"/>
          <a:ext cx="951965" cy="634643"/>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38100" rIns="38100" bIns="38100" numCol="1" spcCol="1270" anchor="ctr" anchorCtr="0">
          <a:noAutofit/>
        </a:bodyPr>
        <a:lstStyle/>
        <a:p>
          <a:pPr marL="0" lvl="0" indent="0" algn="ctr" defTabSz="444500">
            <a:lnSpc>
              <a:spcPct val="90000"/>
            </a:lnSpc>
            <a:spcBef>
              <a:spcPct val="0"/>
            </a:spcBef>
            <a:spcAft>
              <a:spcPct val="35000"/>
            </a:spcAft>
            <a:buNone/>
          </a:pPr>
          <a:r>
            <a:rPr lang="de-AT" sz="1000" kern="1200" dirty="0"/>
            <a:t>Mitarbeiter A</a:t>
          </a:r>
        </a:p>
      </dsp:txBody>
      <dsp:txXfrm>
        <a:off x="637957" y="2516992"/>
        <a:ext cx="914789" cy="597467"/>
      </dsp:txXfrm>
    </dsp:sp>
    <dsp:sp modelId="{49A94194-1B24-48E6-973E-654639E24479}">
      <dsp:nvSpPr>
        <dsp:cNvPr id="0" name=""/>
        <dsp:cNvSpPr/>
      </dsp:nvSpPr>
      <dsp:spPr>
        <a:xfrm>
          <a:off x="1714129" y="2244546"/>
          <a:ext cx="618777" cy="253857"/>
        </a:xfrm>
        <a:custGeom>
          <a:avLst/>
          <a:gdLst/>
          <a:ahLst/>
          <a:cxnLst/>
          <a:rect l="0" t="0" r="0" b="0"/>
          <a:pathLst>
            <a:path>
              <a:moveTo>
                <a:pt x="0" y="0"/>
              </a:moveTo>
              <a:lnTo>
                <a:pt x="0" y="126928"/>
              </a:lnTo>
              <a:lnTo>
                <a:pt x="618777" y="126928"/>
              </a:lnTo>
              <a:lnTo>
                <a:pt x="618777" y="253857"/>
              </a:lnTo>
            </a:path>
          </a:pathLst>
        </a:custGeom>
        <a:noFill/>
        <a:ln w="12700" cap="flat" cmpd="sng" algn="ctr">
          <a:solidFill>
            <a:schemeClr val="accent3">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2B5EAE8-97D1-4410-A13B-F66ECADBC0F9}">
      <dsp:nvSpPr>
        <dsp:cNvPr id="0" name=""/>
        <dsp:cNvSpPr/>
      </dsp:nvSpPr>
      <dsp:spPr>
        <a:xfrm>
          <a:off x="1856924" y="2498404"/>
          <a:ext cx="951965" cy="634643"/>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38100" rIns="38100" bIns="38100" numCol="1" spcCol="1270" anchor="ctr" anchorCtr="0">
          <a:noAutofit/>
        </a:bodyPr>
        <a:lstStyle/>
        <a:p>
          <a:pPr marL="0" lvl="0" indent="0" algn="ctr" defTabSz="444500">
            <a:lnSpc>
              <a:spcPct val="90000"/>
            </a:lnSpc>
            <a:spcBef>
              <a:spcPct val="0"/>
            </a:spcBef>
            <a:spcAft>
              <a:spcPct val="35000"/>
            </a:spcAft>
            <a:buNone/>
          </a:pPr>
          <a:r>
            <a:rPr lang="de-AT" sz="1000" kern="1200" dirty="0"/>
            <a:t>Mitarbeiter B</a:t>
          </a:r>
        </a:p>
      </dsp:txBody>
      <dsp:txXfrm>
        <a:off x="1875512" y="2516992"/>
        <a:ext cx="914789" cy="597467"/>
      </dsp:txXfrm>
    </dsp:sp>
    <dsp:sp modelId="{C49DA013-B842-40D6-829C-54D0215F147A}">
      <dsp:nvSpPr>
        <dsp:cNvPr id="0" name=""/>
        <dsp:cNvSpPr/>
      </dsp:nvSpPr>
      <dsp:spPr>
        <a:xfrm>
          <a:off x="3879850" y="1361224"/>
          <a:ext cx="309388" cy="248678"/>
        </a:xfrm>
        <a:custGeom>
          <a:avLst/>
          <a:gdLst/>
          <a:ahLst/>
          <a:cxnLst/>
          <a:rect l="0" t="0" r="0" b="0"/>
          <a:pathLst>
            <a:path>
              <a:moveTo>
                <a:pt x="0" y="0"/>
              </a:moveTo>
              <a:lnTo>
                <a:pt x="0" y="124339"/>
              </a:lnTo>
              <a:lnTo>
                <a:pt x="309388" y="124339"/>
              </a:lnTo>
              <a:lnTo>
                <a:pt x="309388" y="248678"/>
              </a:lnTo>
            </a:path>
          </a:pathLst>
        </a:custGeom>
        <a:noFill/>
        <a:ln w="1270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2B7AB4C-7A46-406D-99FC-086C6AE70CCF}">
      <dsp:nvSpPr>
        <dsp:cNvPr id="0" name=""/>
        <dsp:cNvSpPr/>
      </dsp:nvSpPr>
      <dsp:spPr>
        <a:xfrm>
          <a:off x="3713256" y="1609903"/>
          <a:ext cx="951965" cy="634643"/>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38100" rIns="38100" bIns="38100" numCol="1" spcCol="1270" anchor="ctr" anchorCtr="0">
          <a:noAutofit/>
        </a:bodyPr>
        <a:lstStyle/>
        <a:p>
          <a:pPr marL="0" lvl="0" indent="0" algn="ctr" defTabSz="444500">
            <a:lnSpc>
              <a:spcPct val="90000"/>
            </a:lnSpc>
            <a:spcBef>
              <a:spcPct val="0"/>
            </a:spcBef>
            <a:spcAft>
              <a:spcPct val="35000"/>
            </a:spcAft>
            <a:buNone/>
          </a:pPr>
          <a:r>
            <a:rPr lang="de-AT" sz="1000" kern="1200" dirty="0"/>
            <a:t>Vorgesetzter 2</a:t>
          </a:r>
        </a:p>
      </dsp:txBody>
      <dsp:txXfrm>
        <a:off x="3731844" y="1628491"/>
        <a:ext cx="914789" cy="597467"/>
      </dsp:txXfrm>
    </dsp:sp>
    <dsp:sp modelId="{E53ED304-E9E4-4F26-A14F-3051D7B43421}">
      <dsp:nvSpPr>
        <dsp:cNvPr id="0" name=""/>
        <dsp:cNvSpPr/>
      </dsp:nvSpPr>
      <dsp:spPr>
        <a:xfrm>
          <a:off x="3570461" y="2244546"/>
          <a:ext cx="618777" cy="253857"/>
        </a:xfrm>
        <a:custGeom>
          <a:avLst/>
          <a:gdLst/>
          <a:ahLst/>
          <a:cxnLst/>
          <a:rect l="0" t="0" r="0" b="0"/>
          <a:pathLst>
            <a:path>
              <a:moveTo>
                <a:pt x="618777" y="0"/>
              </a:moveTo>
              <a:lnTo>
                <a:pt x="618777" y="126928"/>
              </a:lnTo>
              <a:lnTo>
                <a:pt x="0" y="126928"/>
              </a:lnTo>
              <a:lnTo>
                <a:pt x="0" y="253857"/>
              </a:lnTo>
            </a:path>
          </a:pathLst>
        </a:custGeom>
        <a:noFill/>
        <a:ln w="12700" cap="flat" cmpd="sng" algn="ctr">
          <a:solidFill>
            <a:schemeClr val="accent3">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98F6A403-E939-4558-8F17-1D7AB1B41DC1}">
      <dsp:nvSpPr>
        <dsp:cNvPr id="0" name=""/>
        <dsp:cNvSpPr/>
      </dsp:nvSpPr>
      <dsp:spPr>
        <a:xfrm>
          <a:off x="3094478" y="2498404"/>
          <a:ext cx="951965" cy="634643"/>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38100" rIns="38100" bIns="38100" numCol="1" spcCol="1270" anchor="ctr" anchorCtr="0">
          <a:noAutofit/>
        </a:bodyPr>
        <a:lstStyle/>
        <a:p>
          <a:pPr marL="0" lvl="0" indent="0" algn="ctr" defTabSz="444500">
            <a:lnSpc>
              <a:spcPct val="90000"/>
            </a:lnSpc>
            <a:spcBef>
              <a:spcPct val="0"/>
            </a:spcBef>
            <a:spcAft>
              <a:spcPct val="35000"/>
            </a:spcAft>
            <a:buNone/>
          </a:pPr>
          <a:r>
            <a:rPr lang="de-AT" sz="1000" kern="1200" dirty="0"/>
            <a:t>Mitarbeiter C</a:t>
          </a:r>
        </a:p>
      </dsp:txBody>
      <dsp:txXfrm>
        <a:off x="3113066" y="2516992"/>
        <a:ext cx="914789" cy="597467"/>
      </dsp:txXfrm>
    </dsp:sp>
    <dsp:sp modelId="{8A74497A-E30E-4F49-B5A1-04F7EE513C06}">
      <dsp:nvSpPr>
        <dsp:cNvPr id="0" name=""/>
        <dsp:cNvSpPr/>
      </dsp:nvSpPr>
      <dsp:spPr>
        <a:xfrm>
          <a:off x="4189238" y="2244546"/>
          <a:ext cx="618777" cy="253857"/>
        </a:xfrm>
        <a:custGeom>
          <a:avLst/>
          <a:gdLst/>
          <a:ahLst/>
          <a:cxnLst/>
          <a:rect l="0" t="0" r="0" b="0"/>
          <a:pathLst>
            <a:path>
              <a:moveTo>
                <a:pt x="0" y="0"/>
              </a:moveTo>
              <a:lnTo>
                <a:pt x="0" y="126928"/>
              </a:lnTo>
              <a:lnTo>
                <a:pt x="618777" y="126928"/>
              </a:lnTo>
              <a:lnTo>
                <a:pt x="618777" y="253857"/>
              </a:lnTo>
            </a:path>
          </a:pathLst>
        </a:custGeom>
        <a:noFill/>
        <a:ln w="12700" cap="flat" cmpd="sng" algn="ctr">
          <a:solidFill>
            <a:schemeClr val="accent3">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26E1325-9964-495E-AE3E-CB78A1987B99}">
      <dsp:nvSpPr>
        <dsp:cNvPr id="0" name=""/>
        <dsp:cNvSpPr/>
      </dsp:nvSpPr>
      <dsp:spPr>
        <a:xfrm>
          <a:off x="4332033" y="2498404"/>
          <a:ext cx="951965" cy="634643"/>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38100" rIns="38100" bIns="38100" numCol="1" spcCol="1270" anchor="ctr" anchorCtr="0">
          <a:noAutofit/>
        </a:bodyPr>
        <a:lstStyle/>
        <a:p>
          <a:pPr marL="0" lvl="0" indent="0" algn="ctr" defTabSz="444500">
            <a:lnSpc>
              <a:spcPct val="90000"/>
            </a:lnSpc>
            <a:spcBef>
              <a:spcPct val="0"/>
            </a:spcBef>
            <a:spcAft>
              <a:spcPct val="35000"/>
            </a:spcAft>
            <a:buNone/>
          </a:pPr>
          <a:r>
            <a:rPr lang="de-AT" sz="1000" kern="1200" dirty="0"/>
            <a:t>Mitarbeiter D</a:t>
          </a:r>
        </a:p>
      </dsp:txBody>
      <dsp:txXfrm>
        <a:off x="4350621" y="2516992"/>
        <a:ext cx="914789" cy="597467"/>
      </dsp:txXfrm>
    </dsp:sp>
    <dsp:sp modelId="{8379BBD4-CCF1-4A1D-920E-5EE05C23A357}">
      <dsp:nvSpPr>
        <dsp:cNvPr id="0" name=""/>
        <dsp:cNvSpPr/>
      </dsp:nvSpPr>
      <dsp:spPr>
        <a:xfrm>
          <a:off x="3879850" y="1361224"/>
          <a:ext cx="2784498" cy="248678"/>
        </a:xfrm>
        <a:custGeom>
          <a:avLst/>
          <a:gdLst/>
          <a:ahLst/>
          <a:cxnLst/>
          <a:rect l="0" t="0" r="0" b="0"/>
          <a:pathLst>
            <a:path>
              <a:moveTo>
                <a:pt x="0" y="0"/>
              </a:moveTo>
              <a:lnTo>
                <a:pt x="0" y="124339"/>
              </a:lnTo>
              <a:lnTo>
                <a:pt x="2784498" y="124339"/>
              </a:lnTo>
              <a:lnTo>
                <a:pt x="2784498" y="248678"/>
              </a:lnTo>
            </a:path>
          </a:pathLst>
        </a:custGeom>
        <a:noFill/>
        <a:ln w="1270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9CC8369-0A39-42C2-BD5C-3E50F480F9AD}">
      <dsp:nvSpPr>
        <dsp:cNvPr id="0" name=""/>
        <dsp:cNvSpPr/>
      </dsp:nvSpPr>
      <dsp:spPr>
        <a:xfrm>
          <a:off x="6188365" y="1609903"/>
          <a:ext cx="951965" cy="634643"/>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38100" rIns="38100" bIns="38100" numCol="1" spcCol="1270" anchor="ctr" anchorCtr="0">
          <a:noAutofit/>
        </a:bodyPr>
        <a:lstStyle/>
        <a:p>
          <a:pPr marL="0" lvl="0" indent="0" algn="ctr" defTabSz="444500">
            <a:lnSpc>
              <a:spcPct val="90000"/>
            </a:lnSpc>
            <a:spcBef>
              <a:spcPct val="0"/>
            </a:spcBef>
            <a:spcAft>
              <a:spcPct val="35000"/>
            </a:spcAft>
            <a:buNone/>
          </a:pPr>
          <a:r>
            <a:rPr lang="de-AT" sz="1000" kern="1200" dirty="0"/>
            <a:t>Vorgesetzter 3</a:t>
          </a:r>
        </a:p>
      </dsp:txBody>
      <dsp:txXfrm>
        <a:off x="6206953" y="1628491"/>
        <a:ext cx="914789" cy="597467"/>
      </dsp:txXfrm>
    </dsp:sp>
    <dsp:sp modelId="{96D9CE2C-7DE9-4DFD-ACF7-B74AA8132423}">
      <dsp:nvSpPr>
        <dsp:cNvPr id="0" name=""/>
        <dsp:cNvSpPr/>
      </dsp:nvSpPr>
      <dsp:spPr>
        <a:xfrm>
          <a:off x="6045570" y="2244546"/>
          <a:ext cx="618777" cy="253857"/>
        </a:xfrm>
        <a:custGeom>
          <a:avLst/>
          <a:gdLst/>
          <a:ahLst/>
          <a:cxnLst/>
          <a:rect l="0" t="0" r="0" b="0"/>
          <a:pathLst>
            <a:path>
              <a:moveTo>
                <a:pt x="618777" y="0"/>
              </a:moveTo>
              <a:lnTo>
                <a:pt x="618777" y="126928"/>
              </a:lnTo>
              <a:lnTo>
                <a:pt x="0" y="126928"/>
              </a:lnTo>
              <a:lnTo>
                <a:pt x="0" y="253857"/>
              </a:lnTo>
            </a:path>
          </a:pathLst>
        </a:custGeom>
        <a:noFill/>
        <a:ln w="12700" cap="flat" cmpd="sng" algn="ctr">
          <a:solidFill>
            <a:schemeClr val="accent3">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9193A27E-934C-4633-832F-E3EA07D8E669}">
      <dsp:nvSpPr>
        <dsp:cNvPr id="0" name=""/>
        <dsp:cNvSpPr/>
      </dsp:nvSpPr>
      <dsp:spPr>
        <a:xfrm>
          <a:off x="5569588" y="2498404"/>
          <a:ext cx="951965" cy="634643"/>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38100" rIns="38100" bIns="38100" numCol="1" spcCol="1270" anchor="ctr" anchorCtr="0">
          <a:noAutofit/>
        </a:bodyPr>
        <a:lstStyle/>
        <a:p>
          <a:pPr marL="0" lvl="0" indent="0" algn="ctr" defTabSz="444500">
            <a:lnSpc>
              <a:spcPct val="90000"/>
            </a:lnSpc>
            <a:spcBef>
              <a:spcPct val="0"/>
            </a:spcBef>
            <a:spcAft>
              <a:spcPct val="35000"/>
            </a:spcAft>
            <a:buNone/>
          </a:pPr>
          <a:r>
            <a:rPr lang="de-AT" sz="1000" kern="1200" dirty="0"/>
            <a:t>Mitarbeiter E</a:t>
          </a:r>
        </a:p>
      </dsp:txBody>
      <dsp:txXfrm>
        <a:off x="5588176" y="2516992"/>
        <a:ext cx="914789" cy="597467"/>
      </dsp:txXfrm>
    </dsp:sp>
    <dsp:sp modelId="{88A248A8-782D-444C-B26D-B9D509D6A93D}">
      <dsp:nvSpPr>
        <dsp:cNvPr id="0" name=""/>
        <dsp:cNvSpPr/>
      </dsp:nvSpPr>
      <dsp:spPr>
        <a:xfrm>
          <a:off x="6664348" y="2244546"/>
          <a:ext cx="618777" cy="253857"/>
        </a:xfrm>
        <a:custGeom>
          <a:avLst/>
          <a:gdLst/>
          <a:ahLst/>
          <a:cxnLst/>
          <a:rect l="0" t="0" r="0" b="0"/>
          <a:pathLst>
            <a:path>
              <a:moveTo>
                <a:pt x="0" y="0"/>
              </a:moveTo>
              <a:lnTo>
                <a:pt x="0" y="126928"/>
              </a:lnTo>
              <a:lnTo>
                <a:pt x="618777" y="126928"/>
              </a:lnTo>
              <a:lnTo>
                <a:pt x="618777" y="253857"/>
              </a:lnTo>
            </a:path>
          </a:pathLst>
        </a:custGeom>
        <a:noFill/>
        <a:ln w="12700" cap="flat" cmpd="sng" algn="ctr">
          <a:solidFill>
            <a:schemeClr val="accent3">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B555562B-85A3-4ED9-9B8B-493BED642C18}">
      <dsp:nvSpPr>
        <dsp:cNvPr id="0" name=""/>
        <dsp:cNvSpPr/>
      </dsp:nvSpPr>
      <dsp:spPr>
        <a:xfrm>
          <a:off x="6807142" y="2498404"/>
          <a:ext cx="951965" cy="634643"/>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8100" tIns="38100" rIns="38100" bIns="38100" numCol="1" spcCol="1270" anchor="ctr" anchorCtr="0">
          <a:noAutofit/>
        </a:bodyPr>
        <a:lstStyle/>
        <a:p>
          <a:pPr marL="0" lvl="0" indent="0" algn="ctr" defTabSz="444500">
            <a:lnSpc>
              <a:spcPct val="90000"/>
            </a:lnSpc>
            <a:spcBef>
              <a:spcPct val="0"/>
            </a:spcBef>
            <a:spcAft>
              <a:spcPct val="35000"/>
            </a:spcAft>
            <a:buNone/>
          </a:pPr>
          <a:r>
            <a:rPr lang="de-AT" sz="1000" kern="1200" dirty="0"/>
            <a:t>Mitarbeiter F</a:t>
          </a:r>
        </a:p>
      </dsp:txBody>
      <dsp:txXfrm>
        <a:off x="6825730" y="2516992"/>
        <a:ext cx="914789" cy="597467"/>
      </dsp:txXfrm>
    </dsp:sp>
  </dsp:spTree>
</dsp:drawing>
</file>

<file path=ppt/diagrams/layout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ierarchy6">
  <dgm:title val=""/>
  <dgm:desc val=""/>
  <dgm:catLst>
    <dgm:cat type="hierarchy" pri="3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 modelId="4">
          <dgm:prSet phldr="1"/>
        </dgm:pt>
        <dgm:pt modelId="5">
          <dgm:prSet phldr="1"/>
        </dgm:pt>
        <dgm:pt modelId="6">
          <dgm:prSet phldr="1"/>
        </dgm:pt>
      </dgm:ptLst>
      <dgm:cxnLst>
        <dgm:cxn modelId="7" srcId="0" destId="1" srcOrd="0" destOrd="0"/>
        <dgm:cxn modelId="8" srcId="1" destId="2" srcOrd="0" destOrd="0"/>
        <dgm:cxn modelId="9" srcId="1" destId="3" srcOrd="1" destOrd="0"/>
        <dgm:cxn modelId="23" srcId="2" destId="21" srcOrd="0" destOrd="0"/>
        <dgm:cxn modelId="24" srcId="2" destId="22" srcOrd="1" destOrd="0"/>
        <dgm:cxn modelId="33" srcId="3" destId="31" srcOrd="0" destOrd="0"/>
        <dgm:cxn modelId="10" srcId="0" destId="4" srcOrd="1" destOrd="0"/>
        <dgm:cxn modelId="11" srcId="0" destId="5" srcOrd="2" destOrd="0"/>
        <dgm:cxn modelId="12" srcId="0" destId="6" srcOrd="3" destOrd="0"/>
      </dgm:cxnLst>
      <dgm:bg/>
      <dgm:whole/>
    </dgm:dataModel>
  </dgm:sampData>
  <dgm:styleData>
    <dgm:dataModel>
      <dgm:ptLst>
        <dgm:pt modelId="0" type="doc"/>
        <dgm:pt modelId="1"/>
        <dgm:pt modelId="11"/>
        <dgm:pt modelId="12"/>
        <dgm:pt modelId="2"/>
        <dgm:pt modelId="3"/>
      </dgm:ptLst>
      <dgm:cxnLst>
        <dgm:cxn modelId="4" srcId="0" destId="1" srcOrd="0" destOrd="0"/>
        <dgm:cxn modelId="13" srcId="1" destId="11" srcOrd="0" destOrd="0"/>
        <dgm:cxn modelId="14" srcId="1" destId="12" srcOrd="1" destOrd="0"/>
        <dgm:cxn modelId="5" srcId="0" destId="2" srcOrd="1" destOrd="0"/>
        <dgm:cxn modelId="6" srcId="0" destId="3" srcOrd="2" destOrd="0"/>
      </dgm:cxnLst>
      <dgm:bg/>
      <dgm:whole/>
    </dgm:dataModel>
  </dgm:styleData>
  <dgm:clrData>
    <dgm:dataModel>
      <dgm:ptLst>
        <dgm:pt modelId="0" type="doc"/>
        <dgm:pt modelId="1"/>
        <dgm:pt modelId="2"/>
        <dgm:pt modelId="21"/>
        <dgm:pt modelId="211"/>
        <dgm:pt modelId="3"/>
        <dgm:pt modelId="31"/>
        <dgm:pt modelId="311"/>
        <dgm:pt modelId="4"/>
        <dgm:pt modelId="5"/>
        <dgm:pt modelId="6"/>
        <dgm:pt modelId="7"/>
      </dgm:ptLst>
      <dgm:cxnLst>
        <dgm:cxn modelId="8" srcId="0" destId="1" srcOrd="0" destOrd="0"/>
        <dgm:cxn modelId="9" srcId="1" destId="2" srcOrd="0" destOrd="0"/>
        <dgm:cxn modelId="10" srcId="1" destId="3" srcOrd="1" destOrd="0"/>
        <dgm:cxn modelId="23" srcId="2" destId="21" srcOrd="0" destOrd="0"/>
        <dgm:cxn modelId="24" srcId="21" destId="211" srcOrd="0" destOrd="0"/>
        <dgm:cxn modelId="33" srcId="3" destId="31" srcOrd="0" destOrd="0"/>
        <dgm:cxn modelId="34" srcId="31" destId="311" srcOrd="0" destOrd="0"/>
        <dgm:cxn modelId="11" srcId="0" destId="4" srcOrd="1" destOrd="0"/>
        <dgm:cxn modelId="12" srcId="0" destId="5" srcOrd="2" destOrd="0"/>
        <dgm:cxn modelId="13" srcId="0" destId="6" srcOrd="3" destOrd="0"/>
        <dgm:cxn modelId="14" srcId="0" destId="7" srcOrd="4" destOrd="0"/>
      </dgm:cxnLst>
      <dgm:bg/>
      <dgm:whole/>
    </dgm:dataModel>
  </dgm:clrData>
  <dgm:layoutNode name="mainComposite">
    <dgm:varLst>
      <dgm:chPref val="1"/>
      <dgm:dir/>
      <dgm:animOne val="branch"/>
      <dgm:animLvl val="lvl"/>
      <dgm:resizeHandles val="exact"/>
    </dgm:varLst>
    <dgm:alg type="composite">
      <dgm:param type="vertAlign" val="mid"/>
      <dgm:param type="horzAlign" val="ctr"/>
    </dgm:alg>
    <dgm:shape xmlns:r="http://schemas.openxmlformats.org/officeDocument/2006/relationships" r:blip="">
      <dgm:adjLst/>
    </dgm:shape>
    <dgm:presOf/>
    <dgm:choose name="Name0">
      <dgm:if name="Name1" axis="ch" ptType="node" func="cnt" op="gte" val="2">
        <dgm:choose name="Name2">
          <dgm:if name="Name3" func="var" arg="dir" op="equ" val="norm">
            <dgm:constrLst>
              <dgm:constr type="l" for="ch" forName="hierFlow" refType="w" fact="0.3"/>
              <dgm:constr type="t" for="ch" forName="hierFlow"/>
              <dgm:constr type="r" for="ch" forName="hierFlow" refType="w" fact="0.98"/>
              <dgm:constr type="b" for="ch" forName="hierFlow" refType="h" fact="0.98"/>
              <dgm:constr type="l" for="ch" forName="bgShapesFlow"/>
              <dgm:constr type="t" for="ch" forName="bgShapesFlow"/>
              <dgm:constr type="r" for="ch" forName="bgShapesFlow" refType="w"/>
              <dgm:constr type="b" for="ch" forName="bgShapesFlow" refType="h"/>
              <dgm:constr type="w" for="des" forName="level1Shape" refType="w"/>
              <dgm:constr type="h" for="des" forName="level1Shape" refType="w" refFor="des" refForName="level1Shape" fact="0.66667"/>
              <dgm:constr type="w" for="des" forName="level2Shape" refType="w" refFor="des" refForName="level1Shape" op="equ"/>
              <dgm:constr type="h" for="des" forName="level2Shape" refType="h" refFor="des" refForName="level1Shape" op="equ"/>
              <dgm:constr type="sp" for="des" refType="h" refFor="des" refForName="level1Shape" op="equ" fact="0.4"/>
              <dgm:constr type="sibSp" for="des" forName="hierChild1" refType="w" refFor="des" refForName="level1Shape" op="equ" fact="0.3"/>
              <dgm:constr type="sibSp" for="des" forName="hierChild2" refType="sibSp" refFor="des" refForName="hierChild1" op="equ"/>
              <dgm:constr type="sibSp" for="des" forName="hierChild3" refType="sibSp" refFor="des" refForName="hierChild1" op="equ"/>
              <dgm:constr type="userA" for="des" refType="h" refFor="des" refForName="level1Shape" op="equ"/>
              <dgm:constr type="userB" for="des" refType="sp" refFor="des" op="equ"/>
              <dgm:constr type="h" for="des" forName="firstBuf" refType="h" refFor="des" refForName="level1Shape" fact="0.1"/>
            </dgm:constrLst>
          </dgm:if>
          <dgm:else name="Name4">
            <dgm:constrLst>
              <dgm:constr type="l" for="ch" forName="hierFlow" refType="w" fact="0.02"/>
              <dgm:constr type="t" for="ch" forName="hierFlow"/>
              <dgm:constr type="r" for="ch" forName="hierFlow" refType="w" fact="0.7"/>
              <dgm:constr type="b" for="ch" forName="hierFlow" refType="h" fact="0.98"/>
              <dgm:constr type="l" for="ch" forName="bgShapesFlow"/>
              <dgm:constr type="t" for="ch" forName="bgShapesFlow"/>
              <dgm:constr type="r" for="ch" forName="bgShapesFlow" refType="w"/>
              <dgm:constr type="b" for="ch" forName="bgShapesFlow" refType="h"/>
              <dgm:constr type="w" for="des" forName="level1Shape" refType="w"/>
              <dgm:constr type="h" for="des" forName="level1Shape" refType="w" refFor="des" refForName="level1Shape" fact="0.66667"/>
              <dgm:constr type="w" for="des" forName="level2Shape" refType="w" refFor="des" refForName="level1Shape" op="equ"/>
              <dgm:constr type="h" for="des" forName="level2Shape" refType="h" refFor="des" refForName="level1Shape" op="equ"/>
              <dgm:constr type="sp" for="des" refType="h" refFor="des" refForName="level1Shape" op="equ" fact="0.4"/>
              <dgm:constr type="sibSp" for="des" forName="hierChild1" refType="w" refFor="des" refForName="level1Shape" op="equ" fact="0.3"/>
              <dgm:constr type="sibSp" for="des" forName="hierChild2" refType="sibSp" refFor="des" refForName="hierChild1" op="equ"/>
              <dgm:constr type="sibSp" for="des" forName="hierChild3" refType="sibSp" refFor="des" refForName="hierChild1" op="equ"/>
              <dgm:constr type="userA" for="des" refType="h" refFor="des" refForName="level1Shape" op="equ"/>
              <dgm:constr type="userB" for="des" refType="sp" refFor="des" op="equ"/>
              <dgm:constr type="h" for="des" forName="firstBuf" refType="h" refFor="des" refForName="level1Shape" fact="0.1"/>
            </dgm:constrLst>
          </dgm:else>
        </dgm:choose>
      </dgm:if>
      <dgm:else name="Name5">
        <dgm:constrLst>
          <dgm:constr type="l" for="ch" forName="hierFlow"/>
          <dgm:constr type="t" for="ch" forName="hierFlow"/>
          <dgm:constr type="r" for="ch" forName="hierFlow" refType="w"/>
          <dgm:constr type="b" for="ch" forName="hierFlow" refType="h"/>
          <dgm:constr type="l" for="ch" forName="bgShapesFlow"/>
          <dgm:constr type="t" for="ch" forName="bgShapesFlow"/>
          <dgm:constr type="r" for="ch" forName="bgShapesFlow" refType="w"/>
          <dgm:constr type="b" for="ch" forName="bgShapesFlow" refType="h"/>
          <dgm:constr type="w" for="des" forName="level1Shape" refType="w"/>
          <dgm:constr type="h" for="des" forName="level1Shape" refType="w" refFor="des" refForName="level1Shape" fact="0.66667"/>
          <dgm:constr type="w" for="des" forName="level2Shape" refType="w" refFor="des" refForName="level1Shape" op="equ"/>
          <dgm:constr type="h" for="des" forName="level2Shape" refType="h" refFor="des" refForName="level1Shape" op="equ"/>
          <dgm:constr type="sp" for="des" refType="h" refFor="des" refForName="level1Shape" op="equ" fact="0.4"/>
          <dgm:constr type="sibSp" for="des" forName="hierChild1" refType="w" refFor="des" refForName="level1Shape" op="equ" fact="0.3"/>
          <dgm:constr type="sibSp" for="des" forName="hierChild2" refType="sibSp" refFor="des" refForName="hierChild1" op="equ"/>
          <dgm:constr type="sibSp" for="des" forName="hierChild3" refType="sibSp" refFor="des" refForName="hierChild1" op="equ"/>
          <dgm:constr type="userA" for="des" refType="h" refFor="des" refForName="level1Shape" op="equ"/>
          <dgm:constr type="userB" for="des" refType="sp" refFor="des" op="equ"/>
          <dgm:constr type="h" for="des" forName="firstBuf" refType="h" refFor="des" refForName="level1Shape" fact="0.1"/>
        </dgm:constrLst>
      </dgm:else>
    </dgm:choose>
    <dgm:ruleLst/>
    <dgm:layoutNode name="hierFlow">
      <dgm:alg type="lin">
        <dgm:param type="linDir" val="fromT"/>
        <dgm:param type="nodeVertAlign" val="t"/>
        <dgm:param type="vertAlign" val="t"/>
        <dgm:param type="nodeHorzAlign" val="ctr"/>
        <dgm:param type="fallback" val="2D"/>
      </dgm:alg>
      <dgm:shape xmlns:r="http://schemas.openxmlformats.org/officeDocument/2006/relationships" r:blip="">
        <dgm:adjLst/>
      </dgm:shape>
      <dgm:presOf/>
      <dgm:constrLst/>
      <dgm:ruleLst/>
      <dgm:choose name="Name6">
        <dgm:if name="Name7" axis="ch" ptType="node" func="cnt" op="gte" val="2">
          <dgm:layoutNode name="firstBuf">
            <dgm:alg type="sp"/>
            <dgm:shape xmlns:r="http://schemas.openxmlformats.org/officeDocument/2006/relationships" r:blip="">
              <dgm:adjLst/>
            </dgm:shape>
            <dgm:presOf/>
            <dgm:constrLst/>
            <dgm:ruleLst/>
          </dgm:layoutNode>
        </dgm:if>
        <dgm:else name="Name8"/>
      </dgm:choose>
      <dgm:layoutNode name="hierChild1">
        <dgm:varLst>
          <dgm:chPref val="1"/>
          <dgm:animOne val="branch"/>
          <dgm:animLvl val="lvl"/>
        </dgm:varLst>
        <dgm:choose name="Name9">
          <dgm:if name="Name10" func="var" arg="dir" op="equ" val="norm">
            <dgm:alg type="hierChild">
              <dgm:param type="linDir" val="fromL"/>
              <dgm:param type="vertAlign" val="t"/>
            </dgm:alg>
          </dgm:if>
          <dgm:else name="Name11">
            <dgm:alg type="hierChild">
              <dgm:param type="linDir" val="fromR"/>
              <dgm:param type="vertAlign" val="t"/>
            </dgm:alg>
          </dgm:else>
        </dgm:choose>
        <dgm:shape xmlns:r="http://schemas.openxmlformats.org/officeDocument/2006/relationships" r:blip="">
          <dgm:adjLst/>
        </dgm:shape>
        <dgm:presOf/>
        <dgm:constrLst>
          <dgm:constr type="primFontSz" for="des" ptType="node" op="equ"/>
        </dgm:constrLst>
        <dgm:ruleLst/>
        <dgm:forEach name="Name12" axis="ch" cnt="3">
          <dgm:forEach name="Name13" axis="self" ptType="node">
            <dgm:layoutNode name="Name14">
              <dgm:alg type="hierRoot"/>
              <dgm:shape xmlns:r="http://schemas.openxmlformats.org/officeDocument/2006/relationships" r:blip="">
                <dgm:adjLst/>
              </dgm:shape>
              <dgm:presOf/>
              <dgm:constrLst/>
              <dgm:ruleLst/>
              <dgm:layoutNode name="level1Shape" styleLbl="node0">
                <dgm:varLst>
                  <dgm:chPref val="3"/>
                </dgm:varLst>
                <dgm:alg type="tx"/>
                <dgm:shape xmlns:r="http://schemas.openxmlformats.org/officeDocument/2006/relationships" type="roundRect" r:blip="">
                  <dgm:adjLst>
                    <dgm:adj idx="1" val="0.1"/>
                  </dgm:adjLst>
                </dgm:shape>
                <dgm:presOf axis="self"/>
                <dgm:constrLst>
                  <dgm:constr type="primFontSz" val="65"/>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hierChild2">
                <dgm:choose name="Name15">
                  <dgm:if name="Name16" func="var" arg="dir" op="equ" val="norm">
                    <dgm:alg type="hierChild">
                      <dgm:param type="linDir" val="fromL"/>
                    </dgm:alg>
                  </dgm:if>
                  <dgm:else name="Name17">
                    <dgm:alg type="hierChild">
                      <dgm:param type="linDir" val="fromR"/>
                    </dgm:alg>
                  </dgm:else>
                </dgm:choose>
                <dgm:shape xmlns:r="http://schemas.openxmlformats.org/officeDocument/2006/relationships" r:blip="">
                  <dgm:adjLst/>
                </dgm:shape>
                <dgm:presOf/>
                <dgm:constrLst/>
                <dgm:ruleLst/>
                <dgm:forEach name="repeat" axis="ch">
                  <dgm:forEach name="Name18" axis="self" ptType="parTrans" cnt="1">
                    <dgm:layoutNode name="Name19">
                      <dgm:alg type="conn">
                        <dgm:param type="dim" val="1D"/>
                        <dgm:param type="endSty" val="noArr"/>
                        <dgm:param type="connRout" val="bend"/>
                        <dgm:param type="begPts" val="bCtr"/>
                        <dgm:param type="endPts" val="tCtr"/>
                      </dgm:alg>
                      <dgm:shape xmlns:r="http://schemas.openxmlformats.org/officeDocument/2006/relationships" type="conn" r:blip="">
                        <dgm:adjLst/>
                      </dgm:shape>
                      <dgm:presOf axis="self"/>
                      <dgm:constrLst>
                        <dgm:constr type="w" val="1"/>
                        <dgm:constr type="h" val="1"/>
                        <dgm:constr type="begPad"/>
                        <dgm:constr type="endPad"/>
                      </dgm:constrLst>
                      <dgm:ruleLst/>
                    </dgm:layoutNode>
                  </dgm:forEach>
                  <dgm:forEach name="Name20" axis="self" ptType="node">
                    <dgm:layoutNode name="Name21">
                      <dgm:alg type="hierRoot"/>
                      <dgm:shape xmlns:r="http://schemas.openxmlformats.org/officeDocument/2006/relationships" r:blip="">
                        <dgm:adjLst/>
                      </dgm:shape>
                      <dgm:presOf/>
                      <dgm:constrLst/>
                      <dgm:ruleLst/>
                      <dgm:layoutNode name="level2Shape">
                        <dgm:alg type="tx"/>
                        <dgm:shape xmlns:r="http://schemas.openxmlformats.org/officeDocument/2006/relationships" type="roundRect" r:blip="">
                          <dgm:adjLst>
                            <dgm:adj idx="1" val="0.1"/>
                          </dgm:adjLst>
                        </dgm:shape>
                        <dgm:presOf axis="self"/>
                        <dgm:constrLst>
                          <dgm:constr type="primFontSz" val="65"/>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hierChild3">
                        <dgm:choose name="Name22">
                          <dgm:if name="Name23" func="var" arg="dir" op="equ" val="norm">
                            <dgm:alg type="hierChild">
                              <dgm:param type="linDir" val="fromL"/>
                            </dgm:alg>
                          </dgm:if>
                          <dgm:else name="Name24">
                            <dgm:alg type="hierChild">
                              <dgm:param type="linDir" val="fromR"/>
                            </dgm:alg>
                          </dgm:else>
                        </dgm:choose>
                        <dgm:shape xmlns:r="http://schemas.openxmlformats.org/officeDocument/2006/relationships" r:blip="">
                          <dgm:adjLst/>
                        </dgm:shape>
                        <dgm:presOf/>
                        <dgm:constrLst/>
                        <dgm:ruleLst/>
                        <dgm:forEach name="Name25" ref="repeat"/>
                      </dgm:layoutNode>
                    </dgm:layoutNode>
                  </dgm:forEach>
                </dgm:forEach>
              </dgm:layoutNode>
            </dgm:layoutNode>
          </dgm:forEach>
        </dgm:forEach>
      </dgm:layoutNode>
    </dgm:layoutNode>
    <dgm:layoutNode name="bgShapesFlow">
      <dgm:alg type="lin">
        <dgm:param type="linDir" val="fromT"/>
        <dgm:param type="nodeVertAlign" val="t"/>
        <dgm:param type="vertAlign" val="t"/>
        <dgm:param type="nodeHorzAlign" val="ctr"/>
      </dgm:alg>
      <dgm:shape xmlns:r="http://schemas.openxmlformats.org/officeDocument/2006/relationships" r:blip="">
        <dgm:adjLst/>
      </dgm:shape>
      <dgm:presOf/>
      <dgm:constrLst>
        <dgm:constr type="userB"/>
        <dgm:constr type="w" for="ch" forName="rectComp" refType="w"/>
        <dgm:constr type="h" for="ch" forName="rectComp" refType="h"/>
        <dgm:constr type="w" for="des" forName="bgRect" refType="w"/>
        <dgm:constr type="primFontSz" for="des" forName="bgRectTx" op="equ"/>
      </dgm:constrLst>
      <dgm:ruleLst/>
      <dgm:forEach name="Name26" axis="ch" ptType="node" st="2">
        <dgm:layoutNode name="rectComp">
          <dgm:alg type="composite">
            <dgm:param type="vertAlign" val="t"/>
            <dgm:param type="horzAlign" val="ctr"/>
          </dgm:alg>
          <dgm:shape xmlns:r="http://schemas.openxmlformats.org/officeDocument/2006/relationships" r:blip="">
            <dgm:adjLst/>
          </dgm:shape>
          <dgm:presOf/>
          <dgm:choose name="Name27">
            <dgm:if name="Name28" func="var" arg="dir" op="equ" val="norm">
              <dgm:constrLst>
                <dgm:constr type="userA"/>
                <dgm:constr type="l" for="ch" forName="bgRect"/>
                <dgm:constr type="t" for="ch" forName="bgRect"/>
                <dgm:constr type="h" for="ch" forName="bgRect" refType="userA" fact="1.2"/>
                <dgm:constr type="l" for="ch" forName="bgRectTx"/>
                <dgm:constr type="t" for="ch" forName="bgRectTx"/>
                <dgm:constr type="w" for="ch" forName="bgRectTx" refType="w" refFor="ch" refForName="bgRect" fact="0.3"/>
                <dgm:constr type="h" for="ch" forName="bgRectTx" refType="h" refFor="ch" refForName="bgRect" op="equ"/>
              </dgm:constrLst>
            </dgm:if>
            <dgm:else name="Name29">
              <dgm:constrLst>
                <dgm:constr type="userA"/>
                <dgm:constr type="l" for="ch" forName="bgRect"/>
                <dgm:constr type="t" for="ch" forName="bgRect"/>
                <dgm:constr type="h" for="ch" forName="bgRect" refType="userA" fact="1.2"/>
                <dgm:constr type="r" for="ch" forName="bgRectTx" refType="w"/>
                <dgm:constr type="t" for="ch" forName="bgRectTx"/>
                <dgm:constr type="w" for="ch" forName="bgRectTx" refType="w" refFor="ch" refForName="bgRect" fact="0.3"/>
                <dgm:constr type="h" for="ch" forName="bgRectTx" refType="h" refFor="ch" refForName="bgRect" op="equ"/>
              </dgm:constrLst>
            </dgm:else>
          </dgm:choose>
          <dgm:ruleLst/>
          <dgm:layoutNode name="bgRect" styleLbl="bgShp">
            <dgm:alg type="sp"/>
            <dgm:shape xmlns:r="http://schemas.openxmlformats.org/officeDocument/2006/relationships" type="roundRect" r:blip="" zOrderOff="-999">
              <dgm:adjLst>
                <dgm:adj idx="1" val="0.1"/>
              </dgm:adjLst>
            </dgm:shape>
            <dgm:presOf axis="desOrSelf" ptType="node"/>
            <dgm:constrLst/>
            <dgm:ruleLst/>
          </dgm:layoutNode>
          <dgm:layoutNode name="bgRectTx" styleLbl="bgShp">
            <dgm:varLst>
              <dgm:bulletEnabled val="1"/>
            </dgm:varLst>
            <dgm:alg type="tx"/>
            <dgm:presOf axis="desOrSelf" ptType="node"/>
            <dgm:shape xmlns:r="http://schemas.openxmlformats.org/officeDocument/2006/relationships" type="rect" r:blip="" zOrderOff="-999" hideGeom="1">
              <dgm:adjLst/>
            </dgm:shape>
            <dgm:constrLst>
              <dgm:constr type="primFontSz" val="65"/>
            </dgm:constrLst>
            <dgm:ruleLst>
              <dgm:rule type="primFontSz" val="5" fact="NaN" max="NaN"/>
            </dgm:ruleLst>
          </dgm:layoutNode>
        </dgm:layoutNode>
        <dgm:choose name="Name30">
          <dgm:if name="Name31" axis="self" ptType="node" func="revPos" op="gte" val="2">
            <dgm:layoutNode name="spComp">
              <dgm:alg type="composite">
                <dgm:param type="vertAlign" val="t"/>
                <dgm:param type="horzAlign" val="ctr"/>
              </dgm:alg>
              <dgm:shape xmlns:r="http://schemas.openxmlformats.org/officeDocument/2006/relationships" r:blip="">
                <dgm:adjLst/>
              </dgm:shape>
              <dgm:presOf/>
              <dgm:constrLst>
                <dgm:constr type="userA"/>
                <dgm:constr type="userB"/>
                <dgm:constr type="l" for="ch" forName="vSp"/>
                <dgm:constr type="t" for="ch" forName="vSp"/>
                <dgm:constr type="h" for="ch" forName="vSp" refType="userB"/>
                <dgm:constr type="hOff" for="ch" forName="vSp" refType="userA" fact="-0.2"/>
              </dgm:constrLst>
              <dgm:ruleLst/>
              <dgm:layoutNode name="vSp">
                <dgm:alg type="sp"/>
                <dgm:shape xmlns:r="http://schemas.openxmlformats.org/officeDocument/2006/relationships" r:blip="">
                  <dgm:adjLst/>
                </dgm:shape>
                <dgm:presOf/>
                <dgm:constrLst/>
                <dgm:ruleLst/>
              </dgm:layoutNode>
            </dgm:layoutNode>
          </dgm:if>
          <dgm:else name="Name32"/>
        </dgm:choose>
      </dgm:forEach>
    </dgm:layoutNod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de-AT" sz="1000" dirty="0">
              <a:latin typeface="Verdana" pitchFamily="34" charset="0"/>
              <a:ea typeface="Verdana" pitchFamily="34" charset="0"/>
              <a:cs typeface="Verdana"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868817FD-8155-4502-AF78-DBC2EA4B168F}" type="datetimeFigureOut">
              <a:rPr lang="de-AT" sz="1000" smtClean="0">
                <a:latin typeface="Verdana" pitchFamily="34" charset="0"/>
                <a:ea typeface="Verdana" pitchFamily="34" charset="0"/>
                <a:cs typeface="Verdana" pitchFamily="34" charset="0"/>
              </a:rPr>
              <a:t>04.06.2025</a:t>
            </a:fld>
            <a:endParaRPr lang="de-AT" sz="1000" dirty="0">
              <a:latin typeface="Verdana" pitchFamily="34" charset="0"/>
              <a:ea typeface="Verdana" pitchFamily="34" charset="0"/>
              <a:cs typeface="Verdana"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de-AT" sz="1000" dirty="0">
              <a:latin typeface="Verdana" pitchFamily="34" charset="0"/>
              <a:ea typeface="Verdana" pitchFamily="34" charset="0"/>
              <a:cs typeface="Verdana"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617F6F62-1C91-45E7-BAED-FBFBF67C82BC}" type="slidenum">
              <a:rPr lang="de-AT" sz="1000" smtClean="0">
                <a:latin typeface="Verdana" pitchFamily="34" charset="0"/>
                <a:ea typeface="Verdana" pitchFamily="34" charset="0"/>
                <a:cs typeface="Verdana" pitchFamily="34" charset="0"/>
              </a:rPr>
              <a:t>‹Nr.›</a:t>
            </a:fld>
            <a:endParaRPr lang="de-AT" sz="1000" dirty="0">
              <a:latin typeface="Verdana" pitchFamily="34" charset="0"/>
              <a:ea typeface="Verdana" pitchFamily="34" charset="0"/>
              <a:cs typeface="Verdana" pitchFamily="34" charset="0"/>
            </a:endParaRPr>
          </a:p>
        </p:txBody>
      </p:sp>
    </p:spTree>
    <p:extLst>
      <p:ext uri="{BB962C8B-B14F-4D97-AF65-F5344CB8AC3E}">
        <p14:creationId xmlns:p14="http://schemas.microsoft.com/office/powerpoint/2010/main" val="275434567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000">
                <a:latin typeface="Verdana" pitchFamily="34" charset="0"/>
                <a:ea typeface="Verdana" pitchFamily="34" charset="0"/>
                <a:cs typeface="Verdana" pitchFamily="34" charset="0"/>
              </a:defRPr>
            </a:lvl1pPr>
          </a:lstStyle>
          <a:p>
            <a:endParaRPr lang="de-AT" dirty="0"/>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000">
                <a:latin typeface="Verdana" pitchFamily="34" charset="0"/>
                <a:ea typeface="Verdana" pitchFamily="34" charset="0"/>
                <a:cs typeface="Verdana" pitchFamily="34" charset="0"/>
              </a:defRPr>
            </a:lvl1pPr>
          </a:lstStyle>
          <a:p>
            <a:fld id="{C0A972FC-F5E0-4F80-B169-F0B5EFC71333}" type="datetimeFigureOut">
              <a:rPr lang="de-AT" smtClean="0"/>
              <a:pPr/>
              <a:t>04.06.2025</a:t>
            </a:fld>
            <a:endParaRPr lang="de-AT" dirty="0"/>
          </a:p>
        </p:txBody>
      </p:sp>
      <p:sp>
        <p:nvSpPr>
          <p:cNvPr id="4" name="Folienbildplatzhalter 3"/>
          <p:cNvSpPr>
            <a:spLocks noGrp="1" noRot="1" noChangeAspect="1"/>
          </p:cNvSpPr>
          <p:nvPr>
            <p:ph type="sldImg" idx="2"/>
          </p:nvPr>
        </p:nvSpPr>
        <p:spPr>
          <a:xfrm>
            <a:off x="685800" y="685800"/>
            <a:ext cx="5486400" cy="3429000"/>
          </a:xfrm>
          <a:prstGeom prst="rect">
            <a:avLst/>
          </a:prstGeom>
          <a:noFill/>
          <a:ln w="12700">
            <a:solidFill>
              <a:prstClr val="black"/>
            </a:solidFill>
          </a:ln>
        </p:spPr>
        <p:txBody>
          <a:bodyPr vert="horz" lIns="91440" tIns="45720" rIns="91440" bIns="45720" rtlCol="0" anchor="ctr"/>
          <a:lstStyle/>
          <a:p>
            <a:endParaRPr lang="de-AT" dirty="0"/>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de-AT" dirty="0"/>
              <a:t>Textmasterformat bearbeiten</a:t>
            </a:r>
          </a:p>
          <a:p>
            <a:pPr lvl="1"/>
            <a:r>
              <a:rPr lang="de-AT" dirty="0"/>
              <a:t>Zweite Ebene</a:t>
            </a:r>
          </a:p>
          <a:p>
            <a:pPr lvl="2"/>
            <a:r>
              <a:rPr lang="de-AT" dirty="0"/>
              <a:t>Dritte Ebene</a:t>
            </a:r>
          </a:p>
          <a:p>
            <a:pPr lvl="3"/>
            <a:r>
              <a:rPr lang="de-AT" dirty="0"/>
              <a:t>Vierte Ebene</a:t>
            </a:r>
          </a:p>
          <a:p>
            <a:pPr lvl="4"/>
            <a:r>
              <a:rPr lang="de-AT" dirty="0"/>
              <a:t>Fünfte Ebene</a:t>
            </a:r>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000">
                <a:latin typeface="Verdana" pitchFamily="34" charset="0"/>
                <a:ea typeface="Verdana" pitchFamily="34" charset="0"/>
                <a:cs typeface="Verdana" pitchFamily="34" charset="0"/>
              </a:defRPr>
            </a:lvl1pPr>
          </a:lstStyle>
          <a:p>
            <a:endParaRPr lang="de-AT" dirty="0"/>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000">
                <a:latin typeface="Verdana" pitchFamily="34" charset="0"/>
                <a:ea typeface="Verdana" pitchFamily="34" charset="0"/>
                <a:cs typeface="Verdana" pitchFamily="34" charset="0"/>
              </a:defRPr>
            </a:lvl1pPr>
          </a:lstStyle>
          <a:p>
            <a:fld id="{219CC2FD-B32F-4992-A15B-F95E2E35C81B}" type="slidenum">
              <a:rPr lang="de-AT" smtClean="0"/>
              <a:pPr/>
              <a:t>‹Nr.›</a:t>
            </a:fld>
            <a:endParaRPr lang="de-AT" dirty="0"/>
          </a:p>
        </p:txBody>
      </p:sp>
    </p:spTree>
    <p:extLst>
      <p:ext uri="{BB962C8B-B14F-4D97-AF65-F5344CB8AC3E}">
        <p14:creationId xmlns:p14="http://schemas.microsoft.com/office/powerpoint/2010/main" val="9151365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Verdana" pitchFamily="34" charset="0"/>
        <a:ea typeface="Verdana" pitchFamily="34" charset="0"/>
        <a:cs typeface="Verdana" pitchFamily="34" charset="0"/>
      </a:defRPr>
    </a:lvl1pPr>
    <a:lvl2pPr marL="457200" algn="l" defTabSz="914400" rtl="0" eaLnBrk="1" latinLnBrk="0" hangingPunct="1">
      <a:defRPr sz="1200" kern="1200">
        <a:solidFill>
          <a:schemeClr val="tx1"/>
        </a:solidFill>
        <a:latin typeface="Verdana" panose="020B0604030504040204" pitchFamily="34" charset="0"/>
        <a:ea typeface="+mn-ea"/>
        <a:cs typeface="+mn-cs"/>
      </a:defRPr>
    </a:lvl2pPr>
    <a:lvl3pPr marL="914400" algn="l" defTabSz="914400" rtl="0" eaLnBrk="1" latinLnBrk="0" hangingPunct="1">
      <a:defRPr sz="1200" kern="1200">
        <a:solidFill>
          <a:schemeClr val="tx1"/>
        </a:solidFill>
        <a:latin typeface="Verdana" panose="020B0604030504040204" pitchFamily="34" charset="0"/>
        <a:ea typeface="+mn-ea"/>
        <a:cs typeface="+mn-cs"/>
      </a:defRPr>
    </a:lvl3pPr>
    <a:lvl4pPr marL="1371600" algn="l" defTabSz="914400" rtl="0" eaLnBrk="1" latinLnBrk="0" hangingPunct="1">
      <a:defRPr sz="1200" kern="1200">
        <a:solidFill>
          <a:schemeClr val="tx1"/>
        </a:solidFill>
        <a:latin typeface="Verdana" panose="020B0604030504040204" pitchFamily="34" charset="0"/>
        <a:ea typeface="+mn-ea"/>
        <a:cs typeface="+mn-cs"/>
      </a:defRPr>
    </a:lvl4pPr>
    <a:lvl5pPr marL="1828800" algn="l" defTabSz="914400" rtl="0" eaLnBrk="1" latinLnBrk="0" hangingPunct="1">
      <a:defRPr sz="1200" kern="1200">
        <a:solidFill>
          <a:schemeClr val="tx1"/>
        </a:solidFill>
        <a:latin typeface="Verdana" panose="020B060403050404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g"/><Relationship Id="rId1" Type="http://schemas.openxmlformats.org/officeDocument/2006/relationships/slideMaster" Target="../slideMasters/slideMaster1.xml"/><Relationship Id="rId4" Type="http://schemas.openxmlformats.org/officeDocument/2006/relationships/image" Target="../media/image5.tiff"/></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6.jpeg"/><Relationship Id="rId1" Type="http://schemas.openxmlformats.org/officeDocument/2006/relationships/slideMaster" Target="../slideMasters/slideMaster1.xml"/><Relationship Id="rId4" Type="http://schemas.openxmlformats.org/officeDocument/2006/relationships/image" Target="../media/image5.tiff"/></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7.jpeg"/><Relationship Id="rId1" Type="http://schemas.openxmlformats.org/officeDocument/2006/relationships/slideMaster" Target="../slideMasters/slideMaster1.xml"/><Relationship Id="rId4" Type="http://schemas.openxmlformats.org/officeDocument/2006/relationships/image" Target="../media/image5.tiff"/></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5.tiff"/><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5.tiff"/><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5.tiff"/><Relationship Id="rId2" Type="http://schemas.openxmlformats.org/officeDocument/2006/relationships/image" Target="../media/image9.jpe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5.tiff"/><Relationship Id="rId2" Type="http://schemas.openxmlformats.org/officeDocument/2006/relationships/image" Target="../media/image9.jpe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g"/><Relationship Id="rId1" Type="http://schemas.openxmlformats.org/officeDocument/2006/relationships/slideMaster" Target="../slideMasters/slideMaster1.xml"/><Relationship Id="rId4" Type="http://schemas.openxmlformats.org/officeDocument/2006/relationships/image" Target="../media/image5.tiff"/></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5.tiff"/><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5.tiff"/><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2.tiff"/><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2022">
    <p:bg>
      <p:bgPr>
        <a:blipFill dpi="0" rotWithShape="1">
          <a:blip r:embed="rId2" cstate="print">
            <a:lum/>
            <a:extLst>
              <a:ext uri="{28A0092B-C50C-407E-A947-70E740481C1C}">
                <a14:useLocalDpi xmlns:a14="http://schemas.microsoft.com/office/drawing/2010/main" val="0"/>
              </a:ext>
            </a:extLst>
          </a:blip>
          <a:srcRect/>
          <a:stretch>
            <a:fillRect/>
          </a:stretch>
        </a:blipFill>
        <a:effectLst/>
      </p:bgPr>
    </p:bg>
    <p:spTree>
      <p:nvGrpSpPr>
        <p:cNvPr id="1" name=""/>
        <p:cNvGrpSpPr/>
        <p:nvPr/>
      </p:nvGrpSpPr>
      <p:grpSpPr>
        <a:xfrm>
          <a:off x="0" y="0"/>
          <a:ext cx="0" cy="0"/>
          <a:chOff x="0" y="0"/>
          <a:chExt cx="0" cy="0"/>
        </a:xfrm>
      </p:grpSpPr>
      <p:grpSp>
        <p:nvGrpSpPr>
          <p:cNvPr id="16" name="Gruppieren 15"/>
          <p:cNvGrpSpPr/>
          <p:nvPr userDrawn="1"/>
        </p:nvGrpSpPr>
        <p:grpSpPr>
          <a:xfrm>
            <a:off x="287338" y="603319"/>
            <a:ext cx="8552850" cy="2037600"/>
            <a:chOff x="287338" y="603319"/>
            <a:chExt cx="8552850" cy="2037600"/>
          </a:xfrm>
        </p:grpSpPr>
        <p:sp>
          <p:nvSpPr>
            <p:cNvPr id="17" name="Rechteck 16"/>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de-AT" dirty="0"/>
            </a:p>
          </p:txBody>
        </p:sp>
        <p:sp>
          <p:nvSpPr>
            <p:cNvPr id="18" name="Rechteck 17"/>
            <p:cNvSpPr/>
            <p:nvPr userDrawn="1"/>
          </p:nvSpPr>
          <p:spPr bwMode="blackWhite">
            <a:xfrm>
              <a:off x="287338" y="603319"/>
              <a:ext cx="5904662" cy="2037600"/>
            </a:xfrm>
            <a:prstGeom prst="rect">
              <a:avLst/>
            </a:prstGeom>
            <a:solidFill>
              <a:srgbClr val="2A739E">
                <a:alpha val="90000"/>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de-AT" dirty="0"/>
            </a:p>
          </p:txBody>
        </p:sp>
      </p:grpSp>
      <p:sp>
        <p:nvSpPr>
          <p:cNvPr id="10" name="Textplatzhalter 9"/>
          <p:cNvSpPr>
            <a:spLocks noGrp="1"/>
          </p:cNvSpPr>
          <p:nvPr>
            <p:ph type="body" sz="quarter" idx="11"/>
          </p:nvPr>
        </p:nvSpPr>
        <p:spPr bwMode="white">
          <a:xfrm>
            <a:off x="287338" y="2941638"/>
            <a:ext cx="4284662" cy="620885"/>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pPr marL="0" lvl="0" defTabSz="914400"/>
            <a:r>
              <a:rPr lang="de-DE"/>
              <a:t>Mastertextformat bearbeiten</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de-AT" dirty="0"/>
              <a:t>Stand: </a:t>
            </a:r>
            <a:r>
              <a:rPr lang="de-AT" dirty="0" err="1"/>
              <a:t>xx.xx.xxxx</a:t>
            </a:r>
            <a:endParaRPr lang="de-AT" dirty="0"/>
          </a:p>
        </p:txBody>
      </p:sp>
      <p:pic>
        <p:nvPicPr>
          <p:cNvPr id="15" name="Grafik 14"/>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bwMode="black">
          <a:xfrm>
            <a:off x="6685846" y="5187916"/>
            <a:ext cx="1749600" cy="281425"/>
          </a:xfrm>
          <a:prstGeom prst="rect">
            <a:avLst/>
          </a:prstGeom>
        </p:spPr>
      </p:pic>
      <p:sp>
        <p:nvSpPr>
          <p:cNvPr id="12"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de-AT" dirty="0"/>
              <a:t>Maximal zweizeiligen </a:t>
            </a:r>
            <a:br>
              <a:rPr lang="de-AT" dirty="0"/>
            </a:br>
            <a:r>
              <a:rPr lang="de-AT" dirty="0"/>
              <a:t>Titel eingeben</a:t>
            </a:r>
          </a:p>
        </p:txBody>
      </p:sp>
      <p:sp>
        <p:nvSpPr>
          <p:cNvPr id="13"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bg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de-AT" dirty="0"/>
              <a:t>Bei Bedarf Untertitel hier eingeben</a:t>
            </a:r>
          </a:p>
        </p:txBody>
      </p:sp>
      <p:pic>
        <p:nvPicPr>
          <p:cNvPr id="11" name="Bild 10"/>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6556993" y="1066425"/>
            <a:ext cx="1664670" cy="1089971"/>
          </a:xfrm>
          <a:prstGeom prst="rect">
            <a:avLst/>
          </a:prstGeom>
        </p:spPr>
      </p:pic>
    </p:spTree>
    <p:extLst>
      <p:ext uri="{BB962C8B-B14F-4D97-AF65-F5344CB8AC3E}">
        <p14:creationId xmlns:p14="http://schemas.microsoft.com/office/powerpoint/2010/main" val="4188316379"/>
      </p:ext>
    </p:extLst>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p:bg>
      <p:bgPr>
        <a:blipFill dpi="0" rotWithShape="1">
          <a:blip r:embed="rId2" cstate="print">
            <a:lum/>
            <a:extLst>
              <a:ext uri="{28A0092B-C50C-407E-A947-70E740481C1C}">
                <a14:useLocalDpi xmlns:a14="http://schemas.microsoft.com/office/drawing/2010/main" val="0"/>
              </a:ext>
            </a:extLst>
          </a:blip>
          <a:srcRect/>
          <a:stretch>
            <a:fillRect/>
          </a:stretch>
        </a:blipFill>
        <a:effectLst/>
      </p:bgPr>
    </p:bg>
    <p:spTree>
      <p:nvGrpSpPr>
        <p:cNvPr id="1" name=""/>
        <p:cNvGrpSpPr/>
        <p:nvPr/>
      </p:nvGrpSpPr>
      <p:grpSpPr>
        <a:xfrm>
          <a:off x="0" y="0"/>
          <a:ext cx="0" cy="0"/>
          <a:chOff x="0" y="0"/>
          <a:chExt cx="0" cy="0"/>
        </a:xfrm>
      </p:grpSpPr>
      <p:grpSp>
        <p:nvGrpSpPr>
          <p:cNvPr id="7" name="Gruppieren 6"/>
          <p:cNvGrpSpPr/>
          <p:nvPr userDrawn="1"/>
        </p:nvGrpSpPr>
        <p:grpSpPr>
          <a:xfrm>
            <a:off x="295575" y="625621"/>
            <a:ext cx="8552850" cy="2037600"/>
            <a:chOff x="287338" y="603319"/>
            <a:chExt cx="8552850" cy="2037600"/>
          </a:xfrm>
        </p:grpSpPr>
        <p:sp>
          <p:nvSpPr>
            <p:cNvPr id="13" name="Rechteck 12"/>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de-AT" dirty="0"/>
            </a:p>
          </p:txBody>
        </p:sp>
        <p:sp>
          <p:nvSpPr>
            <p:cNvPr id="6" name="Rechteck 5"/>
            <p:cNvSpPr/>
            <p:nvPr userDrawn="1"/>
          </p:nvSpPr>
          <p:spPr bwMode="blackWhite">
            <a:xfrm>
              <a:off x="287338" y="603319"/>
              <a:ext cx="5904662" cy="2037600"/>
            </a:xfrm>
            <a:prstGeom prst="rect">
              <a:avLst/>
            </a:prstGeom>
            <a:solidFill>
              <a:srgbClr val="2A739E">
                <a:alpha val="90000"/>
              </a:srgbClr>
            </a:solidFill>
            <a:ln>
              <a:solidFill>
                <a:srgbClr val="2A739E"/>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de-AT" dirty="0"/>
            </a:p>
          </p:txBody>
        </p:sp>
      </p:grpSp>
      <p:pic>
        <p:nvPicPr>
          <p:cNvPr id="5" name="Grafik 4"/>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bwMode="black">
          <a:xfrm>
            <a:off x="6685846" y="5187916"/>
            <a:ext cx="1749600" cy="281425"/>
          </a:xfrm>
          <a:prstGeom prst="rect">
            <a:avLst/>
          </a:prstGeom>
        </p:spPr>
      </p:pic>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de-AT" dirty="0"/>
              <a:t>Maximal zweizeiligen </a:t>
            </a:r>
            <a:br>
              <a:rPr lang="de-AT" dirty="0"/>
            </a:br>
            <a:r>
              <a:rPr lang="de-AT" dirty="0"/>
              <a:t>Titel eingeben</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bg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de-AT" dirty="0"/>
              <a:t>Bei Bedarf Untertitel hier eingeben</a:t>
            </a:r>
          </a:p>
        </p:txBody>
      </p:sp>
      <p:sp>
        <p:nvSpPr>
          <p:cNvPr id="10" name="Textplatzhalter 9"/>
          <p:cNvSpPr>
            <a:spLocks noGrp="1"/>
          </p:cNvSpPr>
          <p:nvPr>
            <p:ph type="body" sz="quarter" idx="11"/>
          </p:nvPr>
        </p:nvSpPr>
        <p:spPr bwMode="white">
          <a:xfrm>
            <a:off x="287338" y="2941638"/>
            <a:ext cx="4284662" cy="620885"/>
          </a:xfrm>
          <a:solidFill>
            <a:schemeClr val="bg1">
              <a:alpha val="90000"/>
            </a:schemeClr>
          </a:solidFill>
        </p:spPr>
        <p:txBody>
          <a:bodyPr wrap="square" lIns="324000" tIns="216000" rIns="324000" bIns="216000" rtlCol="0" anchor="t" anchorCtr="0">
            <a:spAutoFit/>
          </a:bodyPr>
          <a:lstStyle>
            <a:lvl1pPr marL="0" indent="0">
              <a:buNone/>
              <a:defRPr lang="de-DE" sz="1200" baseline="0" dirty="0" smtClean="0"/>
            </a:lvl1pPr>
          </a:lstStyle>
          <a:p>
            <a:pPr marL="0" lvl="0" defTabSz="914400"/>
            <a:r>
              <a:rPr lang="de-DE"/>
              <a:t>Mastertextformat bearbeiten</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de-AT" dirty="0"/>
              <a:t>Stand: </a:t>
            </a:r>
            <a:r>
              <a:rPr lang="de-AT" dirty="0" err="1"/>
              <a:t>xx.xx.xxxx</a:t>
            </a:r>
            <a:endParaRPr lang="de-AT" dirty="0"/>
          </a:p>
        </p:txBody>
      </p:sp>
      <p:pic>
        <p:nvPicPr>
          <p:cNvPr id="11" name="Bild 10"/>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6556993" y="1066425"/>
            <a:ext cx="1664670" cy="108997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elfolie kurz">
    <p:bg>
      <p:bgPr>
        <a:blipFill dpi="0" rotWithShape="1">
          <a:blip r:embed="rId2" cstate="print">
            <a:lum/>
            <a:extLst>
              <a:ext uri="{28A0092B-C50C-407E-A947-70E740481C1C}">
                <a14:useLocalDpi xmlns:a14="http://schemas.microsoft.com/office/drawing/2010/main" val="0"/>
              </a:ext>
            </a:extLst>
          </a:blip>
          <a:srcRect/>
          <a:stretch>
            <a:fillRect/>
          </a:stretch>
        </a:blipFill>
        <a:effectLst/>
      </p:bgPr>
    </p:bg>
    <p:spTree>
      <p:nvGrpSpPr>
        <p:cNvPr id="1" name=""/>
        <p:cNvGrpSpPr/>
        <p:nvPr/>
      </p:nvGrpSpPr>
      <p:grpSpPr>
        <a:xfrm>
          <a:off x="0" y="0"/>
          <a:ext cx="0" cy="0"/>
          <a:chOff x="0" y="0"/>
          <a:chExt cx="0" cy="0"/>
        </a:xfrm>
      </p:grpSpPr>
      <p:grpSp>
        <p:nvGrpSpPr>
          <p:cNvPr id="18" name="Gruppieren 17"/>
          <p:cNvGrpSpPr/>
          <p:nvPr userDrawn="1"/>
        </p:nvGrpSpPr>
        <p:grpSpPr>
          <a:xfrm>
            <a:off x="287338" y="603318"/>
            <a:ext cx="8557862" cy="1800000"/>
            <a:chOff x="287338" y="603318"/>
            <a:chExt cx="8557862" cy="2117991"/>
          </a:xfrm>
        </p:grpSpPr>
        <p:sp>
          <p:nvSpPr>
            <p:cNvPr id="19" name="Rechteck 18"/>
            <p:cNvSpPr/>
            <p:nvPr userDrawn="1"/>
          </p:nvSpPr>
          <p:spPr>
            <a:xfrm>
              <a:off x="6192000" y="603318"/>
              <a:ext cx="2653200" cy="2117991"/>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de-AT" dirty="0"/>
            </a:p>
          </p:txBody>
        </p:sp>
        <p:sp>
          <p:nvSpPr>
            <p:cNvPr id="21" name="Rechteck 20"/>
            <p:cNvSpPr/>
            <p:nvPr userDrawn="1"/>
          </p:nvSpPr>
          <p:spPr bwMode="blackWhite">
            <a:xfrm>
              <a:off x="287338" y="603318"/>
              <a:ext cx="5904000" cy="2117991"/>
            </a:xfrm>
            <a:prstGeom prst="rect">
              <a:avLst/>
            </a:prstGeom>
            <a:solidFill>
              <a:srgbClr val="2A739E">
                <a:alpha val="90000"/>
              </a:srgbClr>
            </a:solidFill>
            <a:ln>
              <a:solidFill>
                <a:srgbClr val="2A739E"/>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de-AT" dirty="0"/>
            </a:p>
          </p:txBody>
        </p:sp>
      </p:grpSp>
      <p:sp>
        <p:nvSpPr>
          <p:cNvPr id="2" name="Titel 1"/>
          <p:cNvSpPr>
            <a:spLocks noGrp="1"/>
          </p:cNvSpPr>
          <p:nvPr>
            <p:ph type="ctrTitle" hasCustomPrompt="1"/>
          </p:nvPr>
        </p:nvSpPr>
        <p:spPr bwMode="black">
          <a:xfrm>
            <a:off x="605408" y="1296154"/>
            <a:ext cx="5466982"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de-AT" dirty="0"/>
              <a:t>Einzeiligen Titel eingeben</a:t>
            </a:r>
          </a:p>
        </p:txBody>
      </p:sp>
      <p:sp>
        <p:nvSpPr>
          <p:cNvPr id="3" name="Untertitel 2"/>
          <p:cNvSpPr>
            <a:spLocks noGrp="1"/>
          </p:cNvSpPr>
          <p:nvPr>
            <p:ph type="subTitle" idx="1" hasCustomPrompt="1"/>
          </p:nvPr>
        </p:nvSpPr>
        <p:spPr bwMode="black">
          <a:xfrm>
            <a:off x="605408" y="993080"/>
            <a:ext cx="5466982" cy="304511"/>
          </a:xfrm>
        </p:spPr>
        <p:txBody>
          <a:bodyPr tIns="0" bIns="0">
            <a:noAutofit/>
          </a:bodyPr>
          <a:lstStyle>
            <a:lvl1pPr marL="0" indent="0" algn="l">
              <a:lnSpc>
                <a:spcPct val="100000"/>
              </a:lnSpc>
              <a:buNone/>
              <a:defRPr sz="1800" b="1" i="0">
                <a:solidFill>
                  <a:schemeClr val="bg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de-AT" dirty="0"/>
              <a:t>Bei Bedarf Untertitel hier eingeben</a:t>
            </a:r>
          </a:p>
        </p:txBody>
      </p:sp>
      <p:sp>
        <p:nvSpPr>
          <p:cNvPr id="16" name="Textplatzhalter 9"/>
          <p:cNvSpPr>
            <a:spLocks noGrp="1"/>
          </p:cNvSpPr>
          <p:nvPr>
            <p:ph type="body" sz="quarter" idx="11"/>
          </p:nvPr>
        </p:nvSpPr>
        <p:spPr bwMode="white">
          <a:xfrm>
            <a:off x="287338" y="2704276"/>
            <a:ext cx="4284662" cy="620885"/>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pPr marL="0" lvl="0" defTabSz="914400"/>
            <a:r>
              <a:rPr lang="de-DE"/>
              <a:t>Mastertextformat bearbeiten</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de-AT" dirty="0"/>
              <a:t>Stand: </a:t>
            </a:r>
            <a:r>
              <a:rPr lang="de-AT" dirty="0" err="1"/>
              <a:t>xx.xx.xxxx</a:t>
            </a:r>
            <a:endParaRPr lang="de-AT" dirty="0"/>
          </a:p>
        </p:txBody>
      </p:sp>
      <p:pic>
        <p:nvPicPr>
          <p:cNvPr id="14" name="Grafik 13"/>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bwMode="black">
          <a:xfrm>
            <a:off x="6685846" y="5187916"/>
            <a:ext cx="1749600" cy="281425"/>
          </a:xfrm>
          <a:prstGeom prst="rect">
            <a:avLst/>
          </a:prstGeom>
        </p:spPr>
      </p:pic>
      <p:pic>
        <p:nvPicPr>
          <p:cNvPr id="11" name="Bild 10"/>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6556993" y="1066425"/>
            <a:ext cx="1664670" cy="1089971"/>
          </a:xfrm>
          <a:prstGeom prst="rect">
            <a:avLst/>
          </a:prstGeom>
        </p:spPr>
      </p:pic>
    </p:spTree>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el und Inhalt">
    <p:spTree>
      <p:nvGrpSpPr>
        <p:cNvPr id="1" name=""/>
        <p:cNvGrpSpPr/>
        <p:nvPr/>
      </p:nvGrpSpPr>
      <p:grpSpPr>
        <a:xfrm>
          <a:off x="0" y="0"/>
          <a:ext cx="0" cy="0"/>
          <a:chOff x="0" y="0"/>
          <a:chExt cx="0" cy="0"/>
        </a:xfrm>
      </p:grpSpPr>
      <p:sp>
        <p:nvSpPr>
          <p:cNvPr id="3" name="Inhaltsplatzhalter 2"/>
          <p:cNvSpPr>
            <a:spLocks noGrp="1"/>
          </p:cNvSpPr>
          <p:nvPr>
            <p:ph idx="1" hasCustomPrompt="1"/>
          </p:nvPr>
        </p:nvSpPr>
        <p:spPr>
          <a:xfrm>
            <a:off x="462019" y="1344613"/>
            <a:ext cx="7759644" cy="3853905"/>
          </a:xfrm>
        </p:spPr>
        <p:txBody>
          <a:bodyPr lIns="0" rIns="0">
            <a:normAutofit/>
          </a:bodyPr>
          <a:lstStyle>
            <a:lvl1pPr>
              <a:buClr>
                <a:srgbClr val="2A739E"/>
              </a:buClr>
              <a:defRPr sz="1600"/>
            </a:lvl1pPr>
            <a:lvl2pPr>
              <a:buClr>
                <a:srgbClr val="2A739E"/>
              </a:buClr>
              <a:defRPr sz="1500"/>
            </a:lvl2pPr>
            <a:lvl3pPr>
              <a:buClr>
                <a:srgbClr val="2A739E"/>
              </a:buClr>
              <a:defRPr sz="1400"/>
            </a:lvl3pPr>
            <a:lvl4pPr>
              <a:buClr>
                <a:srgbClr val="2A739E"/>
              </a:buClr>
              <a:defRPr sz="1200"/>
            </a:lvl4pPr>
            <a:lvl5pPr>
              <a:buClr>
                <a:srgbClr val="2A739E"/>
              </a:buClr>
              <a:defRPr sz="1200"/>
            </a:lvl5pPr>
          </a:lstStyle>
          <a:p>
            <a:pPr lvl="0"/>
            <a:r>
              <a:rPr lang="de-AT" dirty="0"/>
              <a:t>Textmasterformat durch Klicken bearbeiten</a:t>
            </a:r>
          </a:p>
          <a:p>
            <a:pPr lvl="1"/>
            <a:r>
              <a:rPr lang="de-AT" dirty="0"/>
              <a:t>Zweite Ebene</a:t>
            </a:r>
          </a:p>
          <a:p>
            <a:pPr lvl="2"/>
            <a:r>
              <a:rPr lang="de-AT" dirty="0"/>
              <a:t>Dritte Ebene</a:t>
            </a:r>
          </a:p>
          <a:p>
            <a:pPr lvl="3"/>
            <a:r>
              <a:rPr lang="de-AT" dirty="0"/>
              <a:t>Vierte Ebene</a:t>
            </a:r>
          </a:p>
          <a:p>
            <a:pPr lvl="4"/>
            <a:r>
              <a:rPr lang="de-AT" dirty="0"/>
              <a:t>Fünfte Ebene</a:t>
            </a:r>
          </a:p>
        </p:txBody>
      </p:sp>
      <p:sp>
        <p:nvSpPr>
          <p:cNvPr id="4" name="Datumsplatzhalter 3"/>
          <p:cNvSpPr>
            <a:spLocks noGrp="1"/>
          </p:cNvSpPr>
          <p:nvPr>
            <p:ph type="dt" sz="half" idx="10"/>
          </p:nvPr>
        </p:nvSpPr>
        <p:spPr/>
        <p:txBody>
          <a:bodyPr/>
          <a:lstStyle/>
          <a:p>
            <a:fld id="{BCE4B0F6-B814-432F-A5EF-779CD4E3E58E}" type="datetime1">
              <a:rPr lang="de-AT" smtClean="0"/>
              <a:t>04.06.2025</a:t>
            </a:fld>
            <a:endParaRPr lang="de-AT" dirty="0"/>
          </a:p>
        </p:txBody>
      </p:sp>
      <p:sp>
        <p:nvSpPr>
          <p:cNvPr id="8" name="Fußzeilenplatzhalter 7"/>
          <p:cNvSpPr>
            <a:spLocks noGrp="1"/>
          </p:cNvSpPr>
          <p:nvPr>
            <p:ph type="ftr" sz="quarter" idx="11"/>
          </p:nvPr>
        </p:nvSpPr>
        <p:spPr/>
        <p:txBody>
          <a:bodyPr/>
          <a:lstStyle/>
          <a:p>
            <a:r>
              <a:rPr lang="de-AT" dirty="0"/>
              <a:t>Fusszeile</a:t>
            </a:r>
          </a:p>
        </p:txBody>
      </p:sp>
      <p:sp>
        <p:nvSpPr>
          <p:cNvPr id="9" name="Foliennummernplatzhalter 8"/>
          <p:cNvSpPr>
            <a:spLocks noGrp="1"/>
          </p:cNvSpPr>
          <p:nvPr>
            <p:ph type="sldNum" sz="quarter" idx="12"/>
          </p:nvPr>
        </p:nvSpPr>
        <p:spPr/>
        <p:txBody>
          <a:bodyPr/>
          <a:lstStyle/>
          <a:p>
            <a:r>
              <a:rPr lang="de-AT" dirty="0"/>
              <a:t>SEITE </a:t>
            </a:r>
            <a:fld id="{BE3DC40E-DBBE-4E2D-9EEC-FBF0DA0E9179}" type="slidenum">
              <a:rPr lang="de-AT" smtClean="0"/>
              <a:t>‹Nr.›</a:t>
            </a:fld>
            <a:endParaRPr lang="de-AT" dirty="0"/>
          </a:p>
        </p:txBody>
      </p:sp>
      <p:sp>
        <p:nvSpPr>
          <p:cNvPr id="2" name="Titel 1"/>
          <p:cNvSpPr>
            <a:spLocks noGrp="1"/>
          </p:cNvSpPr>
          <p:nvPr>
            <p:ph type="title"/>
          </p:nvPr>
        </p:nvSpPr>
        <p:spPr/>
        <p:txBody>
          <a:bodyPr/>
          <a:lstStyle/>
          <a:p>
            <a:r>
              <a:rPr lang="de-DE"/>
              <a:t>Mastertitelformat bearbeiten</a:t>
            </a:r>
            <a:endParaRPr lang="de-AT" dirty="0"/>
          </a:p>
        </p:txBody>
      </p:sp>
    </p:spTree>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grpSp>
        <p:nvGrpSpPr>
          <p:cNvPr id="12" name="Gruppieren 11"/>
          <p:cNvGrpSpPr/>
          <p:nvPr userDrawn="1"/>
        </p:nvGrpSpPr>
        <p:grpSpPr>
          <a:xfrm>
            <a:off x="287338" y="603319"/>
            <a:ext cx="8552850" cy="2037600"/>
            <a:chOff x="287338" y="603319"/>
            <a:chExt cx="8552850" cy="2037600"/>
          </a:xfrm>
        </p:grpSpPr>
        <p:sp>
          <p:nvSpPr>
            <p:cNvPr id="16" name="Rechteck 15"/>
            <p:cNvSpPr/>
            <p:nvPr userDrawn="1"/>
          </p:nvSpPr>
          <p:spPr>
            <a:xfrm>
              <a:off x="6192000" y="603319"/>
              <a:ext cx="2648188" cy="2037600"/>
            </a:xfrm>
            <a:prstGeom prst="rect">
              <a:avLst/>
            </a:prstGeom>
            <a:solidFill>
              <a:schemeClr val="bg1"/>
            </a:solidFill>
            <a:ln>
              <a:solidFill>
                <a:srgbClr val="2A739E"/>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de-AT" dirty="0"/>
            </a:p>
          </p:txBody>
        </p:sp>
        <p:sp>
          <p:nvSpPr>
            <p:cNvPr id="17" name="Rechteck 16"/>
            <p:cNvSpPr/>
            <p:nvPr userDrawn="1"/>
          </p:nvSpPr>
          <p:spPr bwMode="blackWhite">
            <a:xfrm>
              <a:off x="287338" y="603319"/>
              <a:ext cx="5904662" cy="2037600"/>
            </a:xfrm>
            <a:prstGeom prst="rect">
              <a:avLst/>
            </a:prstGeom>
            <a:solidFill>
              <a:srgbClr val="2A739E"/>
            </a:solidFill>
            <a:ln>
              <a:solidFill>
                <a:srgbClr val="2A739E"/>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de-AT" dirty="0"/>
            </a:p>
          </p:txBody>
        </p:sp>
      </p:grpSp>
      <p:pic>
        <p:nvPicPr>
          <p:cNvPr id="5" name="Grafik 4"/>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684183" y="5190340"/>
            <a:ext cx="1749556" cy="281577"/>
          </a:xfrm>
          <a:prstGeom prst="rect">
            <a:avLst/>
          </a:prstGeom>
        </p:spPr>
      </p:pic>
      <p:sp>
        <p:nvSpPr>
          <p:cNvPr id="14" name="Textplatzhalter 9"/>
          <p:cNvSpPr>
            <a:spLocks noGrp="1"/>
          </p:cNvSpPr>
          <p:nvPr>
            <p:ph type="body" sz="quarter" idx="11"/>
          </p:nvPr>
        </p:nvSpPr>
        <p:spPr bwMode="white">
          <a:xfrm>
            <a:off x="287338" y="2941638"/>
            <a:ext cx="4284662" cy="620885"/>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pPr marL="0" lvl="0" defTabSz="914400"/>
            <a:r>
              <a:rPr lang="de-DE"/>
              <a:t>Mastertextformat bearbeiten</a:t>
            </a:r>
          </a:p>
        </p:txBody>
      </p:sp>
      <p:sp>
        <p:nvSpPr>
          <p:cNvPr id="10"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de-AT" dirty="0"/>
              <a:t>Stand: </a:t>
            </a:r>
            <a:r>
              <a:rPr lang="de-AT" dirty="0" err="1"/>
              <a:t>xx.xx.xxxx</a:t>
            </a:r>
            <a:endParaRPr lang="de-AT" dirty="0"/>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de-AT" dirty="0"/>
              <a:t>Maximal zweizeiligen </a:t>
            </a:r>
            <a:br>
              <a:rPr lang="de-AT" dirty="0"/>
            </a:br>
            <a:r>
              <a:rPr lang="de-AT" dirty="0"/>
              <a:t>Titel eingeben</a:t>
            </a:r>
          </a:p>
        </p:txBody>
      </p:sp>
      <p:sp>
        <p:nvSpPr>
          <p:cNvPr id="15"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bg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de-AT" dirty="0"/>
              <a:t>Bei Bedarf Untertitel hier eingeben</a:t>
            </a:r>
          </a:p>
        </p:txBody>
      </p:sp>
      <p:pic>
        <p:nvPicPr>
          <p:cNvPr id="11" name="Bild 10"/>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6556993" y="1066425"/>
            <a:ext cx="1664670" cy="1089971"/>
          </a:xfrm>
          <a:prstGeom prst="rect">
            <a:avLst/>
          </a:prstGeom>
        </p:spPr>
      </p:pic>
    </p:spTree>
    <p:extLst>
      <p:ext uri="{BB962C8B-B14F-4D97-AF65-F5344CB8AC3E}">
        <p14:creationId xmlns:p14="http://schemas.microsoft.com/office/powerpoint/2010/main" val="154679611"/>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kurz">
    <p:spTree>
      <p:nvGrpSpPr>
        <p:cNvPr id="1" name=""/>
        <p:cNvGrpSpPr/>
        <p:nvPr/>
      </p:nvGrpSpPr>
      <p:grpSpPr>
        <a:xfrm>
          <a:off x="0" y="0"/>
          <a:ext cx="0" cy="0"/>
          <a:chOff x="0" y="0"/>
          <a:chExt cx="0" cy="0"/>
        </a:xfrm>
      </p:grpSpPr>
      <p:grpSp>
        <p:nvGrpSpPr>
          <p:cNvPr id="13" name="Gruppieren 12"/>
          <p:cNvGrpSpPr/>
          <p:nvPr userDrawn="1"/>
        </p:nvGrpSpPr>
        <p:grpSpPr>
          <a:xfrm>
            <a:off x="287338" y="603318"/>
            <a:ext cx="8557862" cy="1800000"/>
            <a:chOff x="287338" y="603318"/>
            <a:chExt cx="8557862" cy="2117991"/>
          </a:xfrm>
        </p:grpSpPr>
        <p:sp>
          <p:nvSpPr>
            <p:cNvPr id="15" name="Rechteck 14"/>
            <p:cNvSpPr/>
            <p:nvPr userDrawn="1"/>
          </p:nvSpPr>
          <p:spPr>
            <a:xfrm>
              <a:off x="6192000" y="603318"/>
              <a:ext cx="2653200" cy="2117991"/>
            </a:xfrm>
            <a:prstGeom prst="rect">
              <a:avLst/>
            </a:prstGeom>
            <a:solidFill>
              <a:schemeClr val="bg1"/>
            </a:solidFill>
            <a:ln>
              <a:solidFill>
                <a:srgbClr val="2A739E"/>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de-AT" dirty="0"/>
            </a:p>
          </p:txBody>
        </p:sp>
        <p:sp>
          <p:nvSpPr>
            <p:cNvPr id="17" name="Rechteck 16"/>
            <p:cNvSpPr/>
            <p:nvPr userDrawn="1"/>
          </p:nvSpPr>
          <p:spPr bwMode="blackWhite">
            <a:xfrm>
              <a:off x="287338" y="603318"/>
              <a:ext cx="5904000" cy="2117991"/>
            </a:xfrm>
            <a:prstGeom prst="rect">
              <a:avLst/>
            </a:prstGeom>
            <a:solidFill>
              <a:srgbClr val="2A739E"/>
            </a:solidFill>
            <a:ln>
              <a:solidFill>
                <a:srgbClr val="2A739E"/>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de-AT" dirty="0"/>
            </a:p>
          </p:txBody>
        </p:sp>
      </p:grpSp>
      <p:sp>
        <p:nvSpPr>
          <p:cNvPr id="2" name="Titel 1"/>
          <p:cNvSpPr>
            <a:spLocks noGrp="1"/>
          </p:cNvSpPr>
          <p:nvPr>
            <p:ph type="ctrTitle" hasCustomPrompt="1"/>
          </p:nvPr>
        </p:nvSpPr>
        <p:spPr bwMode="black">
          <a:xfrm>
            <a:off x="605407" y="1296154"/>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de-AT" dirty="0"/>
              <a:t>Einzeiligen Titel eingeben</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bg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de-AT" dirty="0"/>
              <a:t>Bei Bedarf Untertitel hier eingeben</a:t>
            </a:r>
          </a:p>
        </p:txBody>
      </p:sp>
      <p:sp>
        <p:nvSpPr>
          <p:cNvPr id="14" name="Textplatzhalter 9"/>
          <p:cNvSpPr>
            <a:spLocks noGrp="1"/>
          </p:cNvSpPr>
          <p:nvPr>
            <p:ph type="body" sz="quarter" idx="11"/>
          </p:nvPr>
        </p:nvSpPr>
        <p:spPr bwMode="white">
          <a:xfrm>
            <a:off x="287338" y="2704277"/>
            <a:ext cx="4284662" cy="620885"/>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pPr marL="0" lvl="0" defTabSz="914400"/>
            <a:r>
              <a:rPr lang="de-DE"/>
              <a:t>Mastertextformat bearbeiten</a:t>
            </a:r>
          </a:p>
        </p:txBody>
      </p:sp>
      <p:pic>
        <p:nvPicPr>
          <p:cNvPr id="16" name="Grafik 15"/>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684183" y="5190340"/>
            <a:ext cx="1749556" cy="281577"/>
          </a:xfrm>
          <a:prstGeom prst="rect">
            <a:avLst/>
          </a:prstGeom>
        </p:spPr>
      </p:pic>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de-AT" dirty="0"/>
              <a:t>Stand: </a:t>
            </a:r>
            <a:r>
              <a:rPr lang="de-AT" dirty="0" err="1"/>
              <a:t>xx.xx.xxxx</a:t>
            </a:r>
            <a:endParaRPr lang="de-AT" dirty="0"/>
          </a:p>
        </p:txBody>
      </p:sp>
      <p:pic>
        <p:nvPicPr>
          <p:cNvPr id="11" name="Bild 10"/>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6556993" y="1066425"/>
            <a:ext cx="1664670" cy="1089971"/>
          </a:xfrm>
          <a:prstGeom prst="rect">
            <a:avLst/>
          </a:prstGeom>
        </p:spPr>
      </p:pic>
    </p:spTree>
    <p:extLst>
      <p:ext uri="{BB962C8B-B14F-4D97-AF65-F5344CB8AC3E}">
        <p14:creationId xmlns:p14="http://schemas.microsoft.com/office/powerpoint/2010/main" val="1919268004"/>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elfolie Bild 2">
    <p:bg>
      <p:bgPr>
        <a:blipFill dpi="0" rotWithShape="1">
          <a:blip r:embed="rId2" cstate="print">
            <a:lum/>
            <a:extLst>
              <a:ext uri="{28A0092B-C50C-407E-A947-70E740481C1C}">
                <a14:useLocalDpi xmlns:a14="http://schemas.microsoft.com/office/drawing/2010/main" val="0"/>
              </a:ext>
            </a:extLst>
          </a:blip>
          <a:srcRect/>
          <a:stretch>
            <a:fillRect/>
          </a:stretch>
        </a:blipFill>
        <a:effectLst/>
      </p:bgPr>
    </p:bg>
    <p:spTree>
      <p:nvGrpSpPr>
        <p:cNvPr id="1" name=""/>
        <p:cNvGrpSpPr/>
        <p:nvPr/>
      </p:nvGrpSpPr>
      <p:grpSpPr>
        <a:xfrm>
          <a:off x="0" y="0"/>
          <a:ext cx="0" cy="0"/>
          <a:chOff x="0" y="0"/>
          <a:chExt cx="0" cy="0"/>
        </a:xfrm>
      </p:grpSpPr>
      <p:grpSp>
        <p:nvGrpSpPr>
          <p:cNvPr id="19" name="Gruppieren 18"/>
          <p:cNvGrpSpPr/>
          <p:nvPr userDrawn="1"/>
        </p:nvGrpSpPr>
        <p:grpSpPr>
          <a:xfrm>
            <a:off x="287338" y="603319"/>
            <a:ext cx="8552850" cy="2037600"/>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de-AT" dirty="0"/>
            </a:p>
          </p:txBody>
        </p:sp>
        <p:sp>
          <p:nvSpPr>
            <p:cNvPr id="22" name="Rechteck 21"/>
            <p:cNvSpPr/>
            <p:nvPr userDrawn="1"/>
          </p:nvSpPr>
          <p:spPr bwMode="blackWhite">
            <a:xfrm>
              <a:off x="287338" y="603319"/>
              <a:ext cx="5904662" cy="2037600"/>
            </a:xfrm>
            <a:prstGeom prst="rect">
              <a:avLst/>
            </a:prstGeom>
            <a:solidFill>
              <a:srgbClr val="2A739E">
                <a:alpha val="90000"/>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de-AT" dirty="0"/>
            </a:p>
          </p:txBody>
        </p:sp>
      </p:grpSp>
      <p:sp>
        <p:nvSpPr>
          <p:cNvPr id="10" name="Textplatzhalter 9"/>
          <p:cNvSpPr>
            <a:spLocks noGrp="1"/>
          </p:cNvSpPr>
          <p:nvPr>
            <p:ph type="body" sz="quarter" idx="11"/>
          </p:nvPr>
        </p:nvSpPr>
        <p:spPr bwMode="white">
          <a:xfrm>
            <a:off x="287338" y="2941638"/>
            <a:ext cx="4284662" cy="620885"/>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pPr marL="0" lvl="0" defTabSz="914400"/>
            <a:r>
              <a:rPr lang="de-DE"/>
              <a:t>Mastertextformat bearbeiten</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de-AT" dirty="0"/>
              <a:t>Stand: </a:t>
            </a:r>
            <a:r>
              <a:rPr lang="de-AT" dirty="0" err="1"/>
              <a:t>xx.xx.xxxx</a:t>
            </a:r>
            <a:endParaRPr lang="de-AT" dirty="0"/>
          </a:p>
        </p:txBody>
      </p:sp>
      <p:sp>
        <p:nvSpPr>
          <p:cNvPr id="16"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de-AT" dirty="0"/>
              <a:t>Maximal zweizeiligen </a:t>
            </a:r>
            <a:br>
              <a:rPr lang="de-AT" dirty="0"/>
            </a:br>
            <a:r>
              <a:rPr lang="de-AT" dirty="0"/>
              <a:t>Titel eingeben</a:t>
            </a:r>
          </a:p>
        </p:txBody>
      </p:sp>
      <p:sp>
        <p:nvSpPr>
          <p:cNvPr id="17"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bg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de-AT" dirty="0"/>
              <a:t>Bei Bedarf Untertitel hier eingeben</a:t>
            </a:r>
          </a:p>
        </p:txBody>
      </p:sp>
      <p:pic>
        <p:nvPicPr>
          <p:cNvPr id="11" name="Bild 10"/>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6556993" y="1066425"/>
            <a:ext cx="1664670" cy="1089971"/>
          </a:xfrm>
          <a:prstGeom prst="rect">
            <a:avLst/>
          </a:prstGeom>
        </p:spPr>
      </p:pic>
      <p:pic>
        <p:nvPicPr>
          <p:cNvPr id="13" name="Grafik 14"/>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bwMode="black">
          <a:xfrm>
            <a:off x="6685846" y="5187916"/>
            <a:ext cx="1749600" cy="281425"/>
          </a:xfrm>
          <a:prstGeom prst="rect">
            <a:avLst/>
          </a:prstGeom>
        </p:spPr>
      </p:pic>
    </p:spTree>
    <p:extLst>
      <p:ext uri="{BB962C8B-B14F-4D97-AF65-F5344CB8AC3E}">
        <p14:creationId xmlns:p14="http://schemas.microsoft.com/office/powerpoint/2010/main" val="3042078111"/>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itelfolie Bild 2 kurz">
    <p:bg>
      <p:bgPr>
        <a:blipFill dpi="0" rotWithShape="1">
          <a:blip r:embed="rId2" cstate="print">
            <a:lum/>
            <a:extLst>
              <a:ext uri="{28A0092B-C50C-407E-A947-70E740481C1C}">
                <a14:useLocalDpi xmlns:a14="http://schemas.microsoft.com/office/drawing/2010/main" val="0"/>
              </a:ext>
            </a:extLst>
          </a:blip>
          <a:srcRect/>
          <a:stretch>
            <a:fillRect/>
          </a:stretch>
        </a:blipFill>
        <a:effectLst/>
      </p:bgPr>
    </p:bg>
    <p:spTree>
      <p:nvGrpSpPr>
        <p:cNvPr id="1" name=""/>
        <p:cNvGrpSpPr/>
        <p:nvPr/>
      </p:nvGrpSpPr>
      <p:grpSpPr>
        <a:xfrm>
          <a:off x="0" y="0"/>
          <a:ext cx="0" cy="0"/>
          <a:chOff x="0" y="0"/>
          <a:chExt cx="0" cy="0"/>
        </a:xfrm>
      </p:grpSpPr>
      <p:grpSp>
        <p:nvGrpSpPr>
          <p:cNvPr id="13" name="Gruppieren 12"/>
          <p:cNvGrpSpPr/>
          <p:nvPr userDrawn="1"/>
        </p:nvGrpSpPr>
        <p:grpSpPr>
          <a:xfrm>
            <a:off x="287338" y="603318"/>
            <a:ext cx="8552850" cy="1800000"/>
            <a:chOff x="287338" y="603318"/>
            <a:chExt cx="8552850" cy="2117991"/>
          </a:xfrm>
        </p:grpSpPr>
        <p:sp>
          <p:nvSpPr>
            <p:cNvPr id="15" name="Rechteck 14"/>
            <p:cNvSpPr/>
            <p:nvPr userDrawn="1"/>
          </p:nvSpPr>
          <p:spPr>
            <a:xfrm>
              <a:off x="6192000" y="603318"/>
              <a:ext cx="2648188" cy="2117991"/>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de-AT" dirty="0"/>
            </a:p>
          </p:txBody>
        </p:sp>
        <p:sp>
          <p:nvSpPr>
            <p:cNvPr id="17" name="Rechteck 16"/>
            <p:cNvSpPr/>
            <p:nvPr userDrawn="1"/>
          </p:nvSpPr>
          <p:spPr bwMode="blackWhite">
            <a:xfrm>
              <a:off x="287338" y="603318"/>
              <a:ext cx="5904662" cy="2117991"/>
            </a:xfrm>
            <a:prstGeom prst="rect">
              <a:avLst/>
            </a:prstGeom>
            <a:solidFill>
              <a:srgbClr val="2A739E">
                <a:alpha val="90000"/>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de-AT" dirty="0"/>
            </a:p>
          </p:txBody>
        </p:sp>
      </p:grpSp>
      <p:sp>
        <p:nvSpPr>
          <p:cNvPr id="2" name="Titel 1"/>
          <p:cNvSpPr>
            <a:spLocks noGrp="1"/>
          </p:cNvSpPr>
          <p:nvPr>
            <p:ph type="ctrTitle" hasCustomPrompt="1"/>
          </p:nvPr>
        </p:nvSpPr>
        <p:spPr bwMode="black">
          <a:xfrm>
            <a:off x="605407" y="1296154"/>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de-AT" dirty="0"/>
              <a:t>Einzeiligen Titel eingeben</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bg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de-AT" dirty="0"/>
              <a:t>Bei Bedarf Untertitel hier eingeben</a:t>
            </a:r>
          </a:p>
        </p:txBody>
      </p:sp>
      <p:sp>
        <p:nvSpPr>
          <p:cNvPr id="16" name="Textplatzhalter 9"/>
          <p:cNvSpPr>
            <a:spLocks noGrp="1"/>
          </p:cNvSpPr>
          <p:nvPr>
            <p:ph type="body" sz="quarter" idx="11"/>
          </p:nvPr>
        </p:nvSpPr>
        <p:spPr bwMode="white">
          <a:xfrm>
            <a:off x="287338" y="2704277"/>
            <a:ext cx="4284662" cy="620885"/>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pPr marL="0" lvl="0" defTabSz="914400"/>
            <a:r>
              <a:rPr lang="de-DE"/>
              <a:t>Mastertextformat bearbeiten</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de-AT" dirty="0"/>
              <a:t>Stand: </a:t>
            </a:r>
            <a:r>
              <a:rPr lang="de-AT" dirty="0" err="1"/>
              <a:t>xx.xx.xxxx</a:t>
            </a:r>
            <a:endParaRPr lang="de-AT" dirty="0"/>
          </a:p>
        </p:txBody>
      </p:sp>
      <p:pic>
        <p:nvPicPr>
          <p:cNvPr id="11" name="Bild 10"/>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6556993" y="1066425"/>
            <a:ext cx="1664670" cy="1089971"/>
          </a:xfrm>
          <a:prstGeom prst="rect">
            <a:avLst/>
          </a:prstGeom>
        </p:spPr>
      </p:pic>
      <p:pic>
        <p:nvPicPr>
          <p:cNvPr id="19" name="Grafik 14"/>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bwMode="black">
          <a:xfrm>
            <a:off x="6685846" y="5187916"/>
            <a:ext cx="1749600" cy="281425"/>
          </a:xfrm>
          <a:prstGeom prst="rect">
            <a:avLst/>
          </a:prstGeom>
        </p:spPr>
      </p:pic>
    </p:spTree>
    <p:extLst>
      <p:ext uri="{BB962C8B-B14F-4D97-AF65-F5344CB8AC3E}">
        <p14:creationId xmlns:p14="http://schemas.microsoft.com/office/powerpoint/2010/main" val="1441666851"/>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elfolie Bild 3 kurz">
    <p:bg>
      <p:bgPr>
        <a:blipFill dpi="0" rotWithShape="1">
          <a:blip r:embed="rId2" cstate="print">
            <a:lum/>
            <a:extLst>
              <a:ext uri="{28A0092B-C50C-407E-A947-70E740481C1C}">
                <a14:useLocalDpi xmlns:a14="http://schemas.microsoft.com/office/drawing/2010/main" val="0"/>
              </a:ext>
            </a:extLst>
          </a:blip>
          <a:srcRect/>
          <a:stretch>
            <a:fillRect/>
          </a:stretch>
        </a:blipFill>
        <a:effectLst/>
      </p:bgPr>
    </p:bg>
    <p:spTree>
      <p:nvGrpSpPr>
        <p:cNvPr id="1" name=""/>
        <p:cNvGrpSpPr/>
        <p:nvPr/>
      </p:nvGrpSpPr>
      <p:grpSpPr>
        <a:xfrm>
          <a:off x="0" y="0"/>
          <a:ext cx="0" cy="0"/>
          <a:chOff x="0" y="0"/>
          <a:chExt cx="0" cy="0"/>
        </a:xfrm>
      </p:grpSpPr>
      <p:grpSp>
        <p:nvGrpSpPr>
          <p:cNvPr id="13" name="Gruppieren 12"/>
          <p:cNvGrpSpPr/>
          <p:nvPr userDrawn="1"/>
        </p:nvGrpSpPr>
        <p:grpSpPr>
          <a:xfrm>
            <a:off x="287338" y="603318"/>
            <a:ext cx="8552850" cy="1800000"/>
            <a:chOff x="287338" y="603318"/>
            <a:chExt cx="8552850" cy="2117991"/>
          </a:xfrm>
        </p:grpSpPr>
        <p:sp>
          <p:nvSpPr>
            <p:cNvPr id="14" name="Rechteck 13"/>
            <p:cNvSpPr/>
            <p:nvPr userDrawn="1"/>
          </p:nvSpPr>
          <p:spPr>
            <a:xfrm>
              <a:off x="6192000" y="603318"/>
              <a:ext cx="2648188" cy="2117991"/>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de-AT" dirty="0"/>
            </a:p>
          </p:txBody>
        </p:sp>
        <p:sp>
          <p:nvSpPr>
            <p:cNvPr id="17" name="Rechteck 16"/>
            <p:cNvSpPr/>
            <p:nvPr userDrawn="1"/>
          </p:nvSpPr>
          <p:spPr bwMode="blackWhite">
            <a:xfrm>
              <a:off x="287338" y="603318"/>
              <a:ext cx="5904662" cy="2117991"/>
            </a:xfrm>
            <a:prstGeom prst="rect">
              <a:avLst/>
            </a:prstGeom>
            <a:solidFill>
              <a:srgbClr val="2A739E">
                <a:alpha val="90000"/>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de-AT" dirty="0"/>
            </a:p>
          </p:txBody>
        </p:sp>
      </p:grpSp>
      <p:sp>
        <p:nvSpPr>
          <p:cNvPr id="2" name="Titel 1"/>
          <p:cNvSpPr>
            <a:spLocks noGrp="1"/>
          </p:cNvSpPr>
          <p:nvPr>
            <p:ph type="ctrTitle" hasCustomPrompt="1"/>
          </p:nvPr>
        </p:nvSpPr>
        <p:spPr bwMode="black">
          <a:xfrm>
            <a:off x="605407" y="1296154"/>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de-AT" dirty="0"/>
              <a:t>Einzeiligen Titel eingeben</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bg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de-AT" dirty="0"/>
              <a:t>Bei Bedarf Untertitel hier eingeben</a:t>
            </a:r>
          </a:p>
        </p:txBody>
      </p:sp>
      <p:sp>
        <p:nvSpPr>
          <p:cNvPr id="16" name="Textplatzhalter 9"/>
          <p:cNvSpPr>
            <a:spLocks noGrp="1"/>
          </p:cNvSpPr>
          <p:nvPr>
            <p:ph type="body" sz="quarter" idx="11"/>
          </p:nvPr>
        </p:nvSpPr>
        <p:spPr bwMode="white">
          <a:xfrm>
            <a:off x="287338" y="2704277"/>
            <a:ext cx="4284662" cy="620885"/>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pPr marL="0" lvl="0" defTabSz="914400"/>
            <a:r>
              <a:rPr lang="de-DE"/>
              <a:t>Mastertextformat bearbeiten</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de-AT" dirty="0"/>
              <a:t>Stand: </a:t>
            </a:r>
            <a:r>
              <a:rPr lang="de-AT" dirty="0" err="1"/>
              <a:t>xx.xx.xxxx</a:t>
            </a:r>
            <a:endParaRPr lang="de-AT" dirty="0"/>
          </a:p>
        </p:txBody>
      </p:sp>
      <p:pic>
        <p:nvPicPr>
          <p:cNvPr id="15" name="Grafik 14"/>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bwMode="black">
          <a:xfrm>
            <a:off x="6685846" y="5187916"/>
            <a:ext cx="1749600" cy="281425"/>
          </a:xfrm>
          <a:prstGeom prst="rect">
            <a:avLst/>
          </a:prstGeom>
        </p:spPr>
      </p:pic>
      <p:pic>
        <p:nvPicPr>
          <p:cNvPr id="18" name="Bild 17"/>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6556993" y="1066425"/>
            <a:ext cx="1664670" cy="1089971"/>
          </a:xfrm>
          <a:prstGeom prst="rect">
            <a:avLst/>
          </a:prstGeom>
        </p:spPr>
      </p:pic>
    </p:spTree>
    <p:extLst>
      <p:ext uri="{BB962C8B-B14F-4D97-AF65-F5344CB8AC3E}">
        <p14:creationId xmlns:p14="http://schemas.microsoft.com/office/powerpoint/2010/main" val="383958111"/>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Kapitelfolie">
    <p:spTree>
      <p:nvGrpSpPr>
        <p:cNvPr id="1" name=""/>
        <p:cNvGrpSpPr/>
        <p:nvPr/>
      </p:nvGrpSpPr>
      <p:grpSpPr>
        <a:xfrm>
          <a:off x="0" y="0"/>
          <a:ext cx="0" cy="0"/>
          <a:chOff x="0" y="0"/>
          <a:chExt cx="0" cy="0"/>
        </a:xfrm>
      </p:grpSpPr>
      <p:grpSp>
        <p:nvGrpSpPr>
          <p:cNvPr id="21" name="Gruppieren 20"/>
          <p:cNvGrpSpPr/>
          <p:nvPr userDrawn="1"/>
        </p:nvGrpSpPr>
        <p:grpSpPr>
          <a:xfrm>
            <a:off x="287338" y="603319"/>
            <a:ext cx="8552850" cy="2037600"/>
            <a:chOff x="287338" y="603319"/>
            <a:chExt cx="8552850" cy="2037600"/>
          </a:xfrm>
        </p:grpSpPr>
        <p:sp>
          <p:nvSpPr>
            <p:cNvPr id="22" name="Rechteck 21"/>
            <p:cNvSpPr/>
            <p:nvPr userDrawn="1"/>
          </p:nvSpPr>
          <p:spPr>
            <a:xfrm>
              <a:off x="6192000" y="603319"/>
              <a:ext cx="2648188" cy="2037600"/>
            </a:xfrm>
            <a:prstGeom prst="rect">
              <a:avLst/>
            </a:prstGeom>
            <a:solidFill>
              <a:schemeClr val="bg1"/>
            </a:solidFill>
            <a:ln>
              <a:solidFill>
                <a:srgbClr val="2A739E"/>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de-AT" dirty="0"/>
            </a:p>
          </p:txBody>
        </p:sp>
        <p:sp>
          <p:nvSpPr>
            <p:cNvPr id="23" name="Rechteck 22"/>
            <p:cNvSpPr/>
            <p:nvPr userDrawn="1"/>
          </p:nvSpPr>
          <p:spPr bwMode="blackWhite">
            <a:xfrm>
              <a:off x="287338" y="603319"/>
              <a:ext cx="5904662" cy="2037600"/>
            </a:xfrm>
            <a:prstGeom prst="rect">
              <a:avLst/>
            </a:prstGeom>
            <a:solidFill>
              <a:srgbClr val="2A739E"/>
            </a:solidFill>
            <a:ln>
              <a:solidFill>
                <a:srgbClr val="2A739E"/>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de-AT" dirty="0"/>
            </a:p>
          </p:txBody>
        </p:sp>
      </p:grpSp>
      <p:sp>
        <p:nvSpPr>
          <p:cNvPr id="14" name="Textplatzhalter 9"/>
          <p:cNvSpPr>
            <a:spLocks noGrp="1"/>
          </p:cNvSpPr>
          <p:nvPr>
            <p:ph type="body" sz="quarter" idx="11"/>
          </p:nvPr>
        </p:nvSpPr>
        <p:spPr bwMode="white">
          <a:xfrm>
            <a:off x="287338" y="2941638"/>
            <a:ext cx="4284662" cy="620885"/>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pPr marL="0" lvl="0" defTabSz="914400"/>
            <a:r>
              <a:rPr lang="de-DE"/>
              <a:t>Mastertextformat bearbeiten</a:t>
            </a:r>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de-AT" dirty="0"/>
              <a:t>Maximal zweizeiligen </a:t>
            </a:r>
            <a:br>
              <a:rPr lang="de-AT" dirty="0"/>
            </a:br>
            <a:r>
              <a:rPr lang="de-AT" dirty="0"/>
              <a:t>Titel eingeben</a:t>
            </a:r>
          </a:p>
        </p:txBody>
      </p:sp>
      <p:sp>
        <p:nvSpPr>
          <p:cNvPr id="2" name="Datumsplatzhalter 1"/>
          <p:cNvSpPr>
            <a:spLocks noGrp="1"/>
          </p:cNvSpPr>
          <p:nvPr>
            <p:ph type="dt" sz="half" idx="13"/>
          </p:nvPr>
        </p:nvSpPr>
        <p:spPr/>
        <p:txBody>
          <a:bodyPr/>
          <a:lstStyle/>
          <a:p>
            <a:fld id="{EF16FBD4-A1A0-4C0D-8ECA-591A550A295A}" type="datetime1">
              <a:rPr lang="de-AT" smtClean="0"/>
              <a:t>04.06.2025</a:t>
            </a:fld>
            <a:endParaRPr lang="de-AT" dirty="0"/>
          </a:p>
        </p:txBody>
      </p:sp>
      <p:sp>
        <p:nvSpPr>
          <p:cNvPr id="3" name="Fußzeilenplatzhalter 2"/>
          <p:cNvSpPr>
            <a:spLocks noGrp="1"/>
          </p:cNvSpPr>
          <p:nvPr>
            <p:ph type="ftr" sz="quarter" idx="14"/>
          </p:nvPr>
        </p:nvSpPr>
        <p:spPr/>
        <p:txBody>
          <a:bodyPr/>
          <a:lstStyle/>
          <a:p>
            <a:r>
              <a:rPr lang="de-AT" dirty="0"/>
              <a:t>Fusszeile</a:t>
            </a:r>
          </a:p>
        </p:txBody>
      </p:sp>
      <p:sp>
        <p:nvSpPr>
          <p:cNvPr id="6" name="Foliennummernplatzhalter 5"/>
          <p:cNvSpPr>
            <a:spLocks noGrp="1"/>
          </p:cNvSpPr>
          <p:nvPr>
            <p:ph type="sldNum" sz="quarter" idx="15"/>
          </p:nvPr>
        </p:nvSpPr>
        <p:spPr/>
        <p:txBody>
          <a:bodyPr/>
          <a:lstStyle/>
          <a:p>
            <a:r>
              <a:rPr lang="de-AT" dirty="0"/>
              <a:t>SEITE </a:t>
            </a:r>
            <a:fld id="{BE3DC40E-DBBE-4E2D-9EEC-FBF0DA0E9179}" type="slidenum">
              <a:rPr lang="de-AT" smtClean="0"/>
              <a:pPr/>
              <a:t>‹Nr.›</a:t>
            </a:fld>
            <a:endParaRPr lang="de-AT" dirty="0"/>
          </a:p>
        </p:txBody>
      </p:sp>
      <p:pic>
        <p:nvPicPr>
          <p:cNvPr id="16" name="Grafik 15"/>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7792113" y="5379276"/>
            <a:ext cx="1083600" cy="174397"/>
          </a:xfrm>
          <a:prstGeom prst="rect">
            <a:avLst/>
          </a:prstGeom>
        </p:spPr>
      </p:pic>
      <p:pic>
        <p:nvPicPr>
          <p:cNvPr id="12" name="Bild 11"/>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6556993" y="1066425"/>
            <a:ext cx="1664670" cy="1089971"/>
          </a:xfrm>
          <a:prstGeom prst="rect">
            <a:avLst/>
          </a:prstGeom>
        </p:spPr>
      </p:pic>
    </p:spTree>
    <p:extLst>
      <p:ext uri="{BB962C8B-B14F-4D97-AF65-F5344CB8AC3E}">
        <p14:creationId xmlns:p14="http://schemas.microsoft.com/office/powerpoint/2010/main" val="3772976733"/>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Kapitelfolie kurz">
    <p:spTree>
      <p:nvGrpSpPr>
        <p:cNvPr id="1" name=""/>
        <p:cNvGrpSpPr/>
        <p:nvPr/>
      </p:nvGrpSpPr>
      <p:grpSpPr>
        <a:xfrm>
          <a:off x="0" y="0"/>
          <a:ext cx="0" cy="0"/>
          <a:chOff x="0" y="0"/>
          <a:chExt cx="0" cy="0"/>
        </a:xfrm>
      </p:grpSpPr>
      <p:grpSp>
        <p:nvGrpSpPr>
          <p:cNvPr id="13" name="Gruppieren 12"/>
          <p:cNvGrpSpPr/>
          <p:nvPr userDrawn="1"/>
        </p:nvGrpSpPr>
        <p:grpSpPr>
          <a:xfrm>
            <a:off x="287338" y="603318"/>
            <a:ext cx="8552850" cy="1800000"/>
            <a:chOff x="287338" y="603318"/>
            <a:chExt cx="8552850" cy="2117991"/>
          </a:xfrm>
        </p:grpSpPr>
        <p:sp>
          <p:nvSpPr>
            <p:cNvPr id="15" name="Rechteck 14"/>
            <p:cNvSpPr/>
            <p:nvPr userDrawn="1"/>
          </p:nvSpPr>
          <p:spPr>
            <a:xfrm>
              <a:off x="6192000" y="603318"/>
              <a:ext cx="2648188" cy="2117991"/>
            </a:xfrm>
            <a:prstGeom prst="rect">
              <a:avLst/>
            </a:prstGeom>
            <a:solidFill>
              <a:schemeClr val="bg1"/>
            </a:solidFill>
            <a:ln>
              <a:solidFill>
                <a:srgbClr val="2A739E"/>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de-AT" dirty="0"/>
            </a:p>
          </p:txBody>
        </p:sp>
        <p:sp>
          <p:nvSpPr>
            <p:cNvPr id="17" name="Rechteck 16"/>
            <p:cNvSpPr/>
            <p:nvPr userDrawn="1"/>
          </p:nvSpPr>
          <p:spPr bwMode="blackWhite">
            <a:xfrm>
              <a:off x="287338" y="603318"/>
              <a:ext cx="5904662" cy="2117991"/>
            </a:xfrm>
            <a:prstGeom prst="rect">
              <a:avLst/>
            </a:prstGeom>
            <a:solidFill>
              <a:srgbClr val="2A739E"/>
            </a:solidFill>
            <a:ln>
              <a:solidFill>
                <a:srgbClr val="2A739E"/>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de-AT" dirty="0"/>
            </a:p>
          </p:txBody>
        </p:sp>
      </p:grpSp>
      <p:sp>
        <p:nvSpPr>
          <p:cNvPr id="2" name="Titel 1"/>
          <p:cNvSpPr>
            <a:spLocks noGrp="1"/>
          </p:cNvSpPr>
          <p:nvPr>
            <p:ph type="ctrTitle" hasCustomPrompt="1"/>
          </p:nvPr>
        </p:nvSpPr>
        <p:spPr bwMode="black">
          <a:xfrm>
            <a:off x="605407" y="1302593"/>
            <a:ext cx="5436000" cy="516714"/>
          </a:xfrm>
          <a:prstGeom prst="rect">
            <a:avLst/>
          </a:prstGeom>
        </p:spPr>
        <p:txBody>
          <a:bodyPr tIns="0" anchor="b"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de-AT" dirty="0"/>
              <a:t>Einzeiligen Titel eingeben</a:t>
            </a:r>
          </a:p>
        </p:txBody>
      </p:sp>
      <p:sp>
        <p:nvSpPr>
          <p:cNvPr id="14" name="Textplatzhalter 9"/>
          <p:cNvSpPr>
            <a:spLocks noGrp="1"/>
          </p:cNvSpPr>
          <p:nvPr>
            <p:ph type="body" sz="quarter" idx="11"/>
          </p:nvPr>
        </p:nvSpPr>
        <p:spPr bwMode="white">
          <a:xfrm>
            <a:off x="287338" y="2704277"/>
            <a:ext cx="4284662" cy="620885"/>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pPr marL="0" lvl="0" defTabSz="914400"/>
            <a:r>
              <a:rPr lang="de-DE"/>
              <a:t>Mastertextformat bearbeiten</a:t>
            </a:r>
          </a:p>
        </p:txBody>
      </p:sp>
      <p:sp>
        <p:nvSpPr>
          <p:cNvPr id="4" name="Date Placeholder 3"/>
          <p:cNvSpPr>
            <a:spLocks noGrp="1"/>
          </p:cNvSpPr>
          <p:nvPr>
            <p:ph type="dt" sz="half" idx="12"/>
          </p:nvPr>
        </p:nvSpPr>
        <p:spPr/>
        <p:txBody>
          <a:bodyPr/>
          <a:lstStyle/>
          <a:p>
            <a:fld id="{EF16FBD4-A1A0-4C0D-8ECA-591A550A295A}" type="datetime1">
              <a:rPr lang="de-AT" smtClean="0"/>
              <a:t>04.06.2025</a:t>
            </a:fld>
            <a:endParaRPr lang="de-AT" dirty="0"/>
          </a:p>
        </p:txBody>
      </p:sp>
      <p:sp>
        <p:nvSpPr>
          <p:cNvPr id="5" name="Footer Placeholder 4"/>
          <p:cNvSpPr>
            <a:spLocks noGrp="1"/>
          </p:cNvSpPr>
          <p:nvPr>
            <p:ph type="ftr" sz="quarter" idx="13"/>
          </p:nvPr>
        </p:nvSpPr>
        <p:spPr/>
        <p:txBody>
          <a:bodyPr/>
          <a:lstStyle/>
          <a:p>
            <a:r>
              <a:rPr lang="de-AT" dirty="0"/>
              <a:t>Fusszeile</a:t>
            </a:r>
          </a:p>
        </p:txBody>
      </p:sp>
      <p:sp>
        <p:nvSpPr>
          <p:cNvPr id="6" name="Slide Number Placeholder 5"/>
          <p:cNvSpPr>
            <a:spLocks noGrp="1"/>
          </p:cNvSpPr>
          <p:nvPr>
            <p:ph type="sldNum" sz="quarter" idx="14"/>
          </p:nvPr>
        </p:nvSpPr>
        <p:spPr/>
        <p:txBody>
          <a:bodyPr/>
          <a:lstStyle/>
          <a:p>
            <a:r>
              <a:rPr lang="de-AT" dirty="0"/>
              <a:t>SEITE </a:t>
            </a:r>
            <a:fld id="{BE3DC40E-DBBE-4E2D-9EEC-FBF0DA0E9179}" type="slidenum">
              <a:rPr lang="de-AT" smtClean="0"/>
              <a:pPr/>
              <a:t>‹Nr.›</a:t>
            </a:fld>
            <a:endParaRPr lang="de-AT" dirty="0"/>
          </a:p>
        </p:txBody>
      </p:sp>
      <p:pic>
        <p:nvPicPr>
          <p:cNvPr id="18" name="Grafik 15"/>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7792113" y="5372097"/>
            <a:ext cx="1083600" cy="188756"/>
          </a:xfrm>
          <a:prstGeom prst="rect">
            <a:avLst/>
          </a:prstGeom>
        </p:spPr>
      </p:pic>
      <p:pic>
        <p:nvPicPr>
          <p:cNvPr id="12" name="Bild 11"/>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6556993" y="1066425"/>
            <a:ext cx="1664670" cy="1089971"/>
          </a:xfrm>
          <a:prstGeom prst="rect">
            <a:avLst/>
          </a:prstGeom>
        </p:spPr>
      </p:pic>
    </p:spTree>
    <p:extLst>
      <p:ext uri="{BB962C8B-B14F-4D97-AF65-F5344CB8AC3E}">
        <p14:creationId xmlns:p14="http://schemas.microsoft.com/office/powerpoint/2010/main" val="4164094613"/>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Nur Titel">
    <p:spTree>
      <p:nvGrpSpPr>
        <p:cNvPr id="1" name=""/>
        <p:cNvGrpSpPr/>
        <p:nvPr/>
      </p:nvGrpSpPr>
      <p:grpSpPr>
        <a:xfrm>
          <a:off x="0" y="0"/>
          <a:ext cx="0" cy="0"/>
          <a:chOff x="0" y="0"/>
          <a:chExt cx="0" cy="0"/>
        </a:xfrm>
      </p:grpSpPr>
      <p:sp>
        <p:nvSpPr>
          <p:cNvPr id="7" name="Inhaltsplatzhalter 6"/>
          <p:cNvSpPr>
            <a:spLocks noGrp="1"/>
          </p:cNvSpPr>
          <p:nvPr>
            <p:ph sz="quarter" idx="10" hasCustomPrompt="1"/>
          </p:nvPr>
        </p:nvSpPr>
        <p:spPr>
          <a:xfrm>
            <a:off x="468316" y="1344613"/>
            <a:ext cx="8210547" cy="4370387"/>
          </a:xfrm>
        </p:spPr>
        <p:txBody>
          <a:bodyPr/>
          <a:lstStyle>
            <a:lvl1pPr>
              <a:buNone/>
              <a:defRPr/>
            </a:lvl1pPr>
          </a:lstStyle>
          <a:p>
            <a:pPr lvl="0"/>
            <a:r>
              <a:rPr lang="de-AT" dirty="0"/>
              <a:t>Platzhalter für Objekte</a:t>
            </a:r>
          </a:p>
        </p:txBody>
      </p:sp>
      <p:sp>
        <p:nvSpPr>
          <p:cNvPr id="2" name="Titel 1"/>
          <p:cNvSpPr>
            <a:spLocks noGrp="1"/>
          </p:cNvSpPr>
          <p:nvPr>
            <p:ph type="title"/>
          </p:nvPr>
        </p:nvSpPr>
        <p:spPr/>
        <p:txBody>
          <a:bodyPr/>
          <a:lstStyle/>
          <a:p>
            <a:r>
              <a:rPr lang="de-DE"/>
              <a:t>Mastertitelformat bearbeiten</a:t>
            </a:r>
            <a:endParaRPr lang="de-AT" dirty="0"/>
          </a:p>
        </p:txBody>
      </p:sp>
      <p:pic>
        <p:nvPicPr>
          <p:cNvPr id="6" name="Bild 5"/>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7827078" y="288925"/>
            <a:ext cx="1053398" cy="689730"/>
          </a:xfrm>
          <a:prstGeom prst="rect">
            <a:avLst/>
          </a:prstGeom>
        </p:spPr>
      </p:pic>
      <p:sp>
        <p:nvSpPr>
          <p:cNvPr id="10" name="Rechteck 9"/>
          <p:cNvSpPr/>
          <p:nvPr userDrawn="1"/>
        </p:nvSpPr>
        <p:spPr bwMode="gray">
          <a:xfrm>
            <a:off x="0" y="1043522"/>
            <a:ext cx="9144000" cy="36000"/>
          </a:xfrm>
          <a:prstGeom prst="rect">
            <a:avLst/>
          </a:prstGeom>
          <a:solidFill>
            <a:srgbClr val="2A739E"/>
          </a:solidFill>
          <a:ln>
            <a:solidFill>
              <a:srgbClr val="2A739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AT" dirty="0"/>
              <a:t>      </a:t>
            </a:r>
          </a:p>
        </p:txBody>
      </p:sp>
    </p:spTree>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buClr>
                <a:srgbClr val="2A739E"/>
              </a:buClr>
              <a:defRPr sz="1600"/>
            </a:lvl1pPr>
            <a:lvl2pPr marL="541312" indent="-285750">
              <a:buClr>
                <a:srgbClr val="2A739E"/>
              </a:buClr>
              <a:buFont typeface="Wingdings" charset="2"/>
              <a:buChar char="§"/>
              <a:defRPr sz="1500"/>
            </a:lvl2pPr>
            <a:lvl3pPr>
              <a:buClr>
                <a:srgbClr val="2A739E"/>
              </a:buCl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de-AT" dirty="0"/>
              <a:t>Textmasterformat bearbeiten</a:t>
            </a:r>
          </a:p>
          <a:p>
            <a:pPr lvl="1"/>
            <a:r>
              <a:rPr lang="de-AT" dirty="0"/>
              <a:t>Zweite Ebene</a:t>
            </a:r>
          </a:p>
          <a:p>
            <a:pPr lvl="2"/>
            <a:r>
              <a:rPr lang="de-AT" dirty="0"/>
              <a:t>Dritte Ebene</a:t>
            </a:r>
          </a:p>
        </p:txBody>
      </p:sp>
      <p:sp>
        <p:nvSpPr>
          <p:cNvPr id="4" name="Inhaltsplatzhalter 3"/>
          <p:cNvSpPr>
            <a:spLocks noGrp="1"/>
          </p:cNvSpPr>
          <p:nvPr>
            <p:ph sz="half" idx="2" hasCustomPrompt="1"/>
          </p:nvPr>
        </p:nvSpPr>
        <p:spPr>
          <a:xfrm>
            <a:off x="4715688" y="1344613"/>
            <a:ext cx="3960000" cy="3859212"/>
          </a:xfrm>
        </p:spPr>
        <p:txBody>
          <a:bodyPr>
            <a:normAutofit/>
          </a:bodyPr>
          <a:lstStyle>
            <a:lvl1pPr>
              <a:buClr>
                <a:srgbClr val="2A739E"/>
              </a:buClr>
              <a:defRPr sz="1600"/>
            </a:lvl1pPr>
            <a:lvl2pPr marL="541312" indent="-285750">
              <a:buClr>
                <a:srgbClr val="2A739E"/>
              </a:buClr>
              <a:buFont typeface="Wingdings" charset="2"/>
              <a:buChar char="§"/>
              <a:defRPr sz="1500"/>
            </a:lvl2pPr>
            <a:lvl3pPr>
              <a:buClr>
                <a:srgbClr val="2A739E"/>
              </a:buClr>
              <a:defRPr sz="1400"/>
            </a:lvl3pPr>
            <a:lvl4pPr>
              <a:buClr>
                <a:schemeClr val="accent1"/>
              </a:buClr>
              <a:defRPr sz="1200"/>
            </a:lvl4pPr>
            <a:lvl5pPr>
              <a:buClr>
                <a:schemeClr val="accent1"/>
              </a:buClr>
              <a:defRPr sz="1200"/>
            </a:lvl5pPr>
            <a:lvl6pPr>
              <a:defRPr sz="1800"/>
            </a:lvl6pPr>
            <a:lvl7pPr>
              <a:defRPr sz="1800"/>
            </a:lvl7pPr>
            <a:lvl8pPr>
              <a:defRPr sz="1800"/>
            </a:lvl8pPr>
            <a:lvl9pPr>
              <a:defRPr sz="1800"/>
            </a:lvl9pPr>
          </a:lstStyle>
          <a:p>
            <a:pPr lvl="0"/>
            <a:r>
              <a:rPr lang="de-AT" dirty="0"/>
              <a:t>Textmasterformat bearbeiten</a:t>
            </a:r>
          </a:p>
          <a:p>
            <a:pPr lvl="1"/>
            <a:r>
              <a:rPr lang="de-AT" dirty="0"/>
              <a:t>Zweite Ebene</a:t>
            </a:r>
          </a:p>
          <a:p>
            <a:pPr lvl="2"/>
            <a:r>
              <a:rPr lang="de-AT" dirty="0"/>
              <a:t>Dritte Ebene</a:t>
            </a:r>
          </a:p>
        </p:txBody>
      </p:sp>
      <p:sp>
        <p:nvSpPr>
          <p:cNvPr id="5" name="Datumsplatzhalter 4"/>
          <p:cNvSpPr>
            <a:spLocks noGrp="1"/>
          </p:cNvSpPr>
          <p:nvPr>
            <p:ph type="dt" sz="half" idx="10"/>
          </p:nvPr>
        </p:nvSpPr>
        <p:spPr/>
        <p:txBody>
          <a:bodyPr/>
          <a:lstStyle/>
          <a:p>
            <a:fld id="{DC0C0548-BB61-4975-B080-1B6E0D52ECC3}" type="datetime1">
              <a:rPr lang="de-AT" smtClean="0"/>
              <a:t>04.06.2025</a:t>
            </a:fld>
            <a:endParaRPr lang="de-AT" dirty="0"/>
          </a:p>
        </p:txBody>
      </p:sp>
      <p:sp>
        <p:nvSpPr>
          <p:cNvPr id="9" name="Fußzeilenplatzhalter 8"/>
          <p:cNvSpPr>
            <a:spLocks noGrp="1"/>
          </p:cNvSpPr>
          <p:nvPr>
            <p:ph type="ftr" sz="quarter" idx="11"/>
          </p:nvPr>
        </p:nvSpPr>
        <p:spPr/>
        <p:txBody>
          <a:bodyPr/>
          <a:lstStyle/>
          <a:p>
            <a:r>
              <a:rPr lang="de-AT" dirty="0"/>
              <a:t>Fusszeile</a:t>
            </a:r>
          </a:p>
        </p:txBody>
      </p:sp>
      <p:sp>
        <p:nvSpPr>
          <p:cNvPr id="10" name="Foliennummernplatzhalter 9"/>
          <p:cNvSpPr>
            <a:spLocks noGrp="1"/>
          </p:cNvSpPr>
          <p:nvPr>
            <p:ph type="sldNum" sz="quarter" idx="12"/>
          </p:nvPr>
        </p:nvSpPr>
        <p:spPr/>
        <p:txBody>
          <a:bodyPr/>
          <a:lstStyle/>
          <a:p>
            <a:r>
              <a:rPr lang="de-AT" dirty="0"/>
              <a:t>SEITE </a:t>
            </a:r>
            <a:fld id="{BE3DC40E-DBBE-4E2D-9EEC-FBF0DA0E9179}" type="slidenum">
              <a:rPr lang="de-AT" smtClean="0"/>
              <a:t>‹Nr.›</a:t>
            </a:fld>
            <a:endParaRPr lang="de-AT" dirty="0"/>
          </a:p>
        </p:txBody>
      </p:sp>
      <p:sp>
        <p:nvSpPr>
          <p:cNvPr id="2" name="Titel 1"/>
          <p:cNvSpPr>
            <a:spLocks noGrp="1"/>
          </p:cNvSpPr>
          <p:nvPr>
            <p:ph type="title"/>
          </p:nvPr>
        </p:nvSpPr>
        <p:spPr/>
        <p:txBody>
          <a:bodyPr/>
          <a:lstStyle/>
          <a:p>
            <a:r>
              <a:rPr lang="de-DE"/>
              <a:t>Mastertitelformat bearbeiten</a:t>
            </a:r>
            <a:endParaRPr lang="de-AT" dirty="0"/>
          </a:p>
        </p:txBody>
      </p:sp>
    </p:spTree>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Zwei Inhalte Vergleich">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de-AT" dirty="0"/>
              <a:t>Textmasterformat bearbeiten</a:t>
            </a:r>
          </a:p>
          <a:p>
            <a:pPr lvl="1"/>
            <a:r>
              <a:rPr lang="de-AT" dirty="0"/>
              <a:t>Zweite Ebene</a:t>
            </a:r>
          </a:p>
          <a:p>
            <a:pPr lvl="2"/>
            <a:r>
              <a:rPr lang="de-AT" dirty="0"/>
              <a:t>Dritte Ebene</a:t>
            </a:r>
          </a:p>
        </p:txBody>
      </p:sp>
      <p:sp>
        <p:nvSpPr>
          <p:cNvPr id="4" name="Inhaltsplatzhalter 3"/>
          <p:cNvSpPr>
            <a:spLocks noGrp="1"/>
          </p:cNvSpPr>
          <p:nvPr>
            <p:ph sz="half" idx="2" hasCustomPrompt="1"/>
          </p:nvPr>
        </p:nvSpPr>
        <p:spPr>
          <a:xfrm>
            <a:off x="4715688"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de-AT" dirty="0"/>
              <a:t>Textmasterformat bearbeiten</a:t>
            </a:r>
          </a:p>
          <a:p>
            <a:pPr lvl="1"/>
            <a:r>
              <a:rPr lang="de-AT" dirty="0"/>
              <a:t>Zweite Ebene</a:t>
            </a:r>
          </a:p>
          <a:p>
            <a:pPr lvl="2"/>
            <a:r>
              <a:rPr lang="de-AT" dirty="0"/>
              <a:t>Dritte Ebene</a:t>
            </a:r>
          </a:p>
        </p:txBody>
      </p:sp>
      <p:sp>
        <p:nvSpPr>
          <p:cNvPr id="8" name="Textplatzhalter 2"/>
          <p:cNvSpPr>
            <a:spLocks noGrp="1"/>
          </p:cNvSpPr>
          <p:nvPr>
            <p:ph type="body" idx="13" hasCustomPrompt="1"/>
          </p:nvPr>
        </p:nvSpPr>
        <p:spPr bwMode="gray">
          <a:xfrm>
            <a:off x="46831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de-AT" dirty="0"/>
              <a:t>Text hier einfügen</a:t>
            </a:r>
          </a:p>
        </p:txBody>
      </p:sp>
      <p:sp>
        <p:nvSpPr>
          <p:cNvPr id="5" name="Datumsplatzhalter 4"/>
          <p:cNvSpPr>
            <a:spLocks noGrp="1"/>
          </p:cNvSpPr>
          <p:nvPr>
            <p:ph type="dt" sz="half" idx="14"/>
          </p:nvPr>
        </p:nvSpPr>
        <p:spPr/>
        <p:txBody>
          <a:bodyPr/>
          <a:lstStyle/>
          <a:p>
            <a:fld id="{2208B580-4914-472C-873D-0ABC3D2F1944}" type="datetime1">
              <a:rPr lang="de-AT" smtClean="0"/>
              <a:t>04.06.2025</a:t>
            </a:fld>
            <a:endParaRPr lang="de-AT" dirty="0"/>
          </a:p>
        </p:txBody>
      </p:sp>
      <p:sp>
        <p:nvSpPr>
          <p:cNvPr id="11" name="Fußzeilenplatzhalter 10"/>
          <p:cNvSpPr>
            <a:spLocks noGrp="1"/>
          </p:cNvSpPr>
          <p:nvPr>
            <p:ph type="ftr" sz="quarter" idx="15"/>
          </p:nvPr>
        </p:nvSpPr>
        <p:spPr/>
        <p:txBody>
          <a:bodyPr/>
          <a:lstStyle/>
          <a:p>
            <a:r>
              <a:rPr lang="de-AT" dirty="0"/>
              <a:t>Fusszeile</a:t>
            </a:r>
          </a:p>
        </p:txBody>
      </p:sp>
      <p:sp>
        <p:nvSpPr>
          <p:cNvPr id="12" name="Foliennummernplatzhalter 11"/>
          <p:cNvSpPr>
            <a:spLocks noGrp="1"/>
          </p:cNvSpPr>
          <p:nvPr>
            <p:ph type="sldNum" sz="quarter" idx="16"/>
          </p:nvPr>
        </p:nvSpPr>
        <p:spPr/>
        <p:txBody>
          <a:bodyPr/>
          <a:lstStyle/>
          <a:p>
            <a:r>
              <a:rPr lang="de-AT" dirty="0"/>
              <a:t>SEITE </a:t>
            </a:r>
            <a:fld id="{BE3DC40E-DBBE-4E2D-9EEC-FBF0DA0E9179}" type="slidenum">
              <a:rPr lang="de-AT" smtClean="0"/>
              <a:t>‹Nr.›</a:t>
            </a:fld>
            <a:endParaRPr lang="de-AT" dirty="0"/>
          </a:p>
        </p:txBody>
      </p:sp>
      <p:sp>
        <p:nvSpPr>
          <p:cNvPr id="2" name="Titel 1"/>
          <p:cNvSpPr>
            <a:spLocks noGrp="1"/>
          </p:cNvSpPr>
          <p:nvPr>
            <p:ph type="title"/>
          </p:nvPr>
        </p:nvSpPr>
        <p:spPr/>
        <p:txBody>
          <a:bodyPr/>
          <a:lstStyle/>
          <a:p>
            <a:r>
              <a:rPr lang="de-DE"/>
              <a:t>Mastertitelformat bearbeiten</a:t>
            </a:r>
            <a:endParaRPr lang="de-AT" dirty="0"/>
          </a:p>
        </p:txBody>
      </p:sp>
      <p:sp>
        <p:nvSpPr>
          <p:cNvPr id="14" name="Textplatzhalter 2"/>
          <p:cNvSpPr>
            <a:spLocks noGrp="1"/>
          </p:cNvSpPr>
          <p:nvPr>
            <p:ph type="body" idx="17" hasCustomPrompt="1"/>
          </p:nvPr>
        </p:nvSpPr>
        <p:spPr bwMode="gray">
          <a:xfrm>
            <a:off x="472789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de-AT" dirty="0"/>
              <a:t>Text hier einfügen</a:t>
            </a:r>
          </a:p>
        </p:txBody>
      </p:sp>
    </p:spTree>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bschlussfolie">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de-AT" dirty="0"/>
          </a:p>
        </p:txBody>
      </p:sp>
      <p:pic>
        <p:nvPicPr>
          <p:cNvPr id="7" name="Grafik 6" descr="Logo-für-VK.png"/>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11560" y="2127250"/>
            <a:ext cx="492443" cy="2252663"/>
          </a:xfrm>
          <a:prstGeom prst="rect">
            <a:avLst/>
          </a:prstGeom>
        </p:spPr>
      </p:pic>
      <p:sp>
        <p:nvSpPr>
          <p:cNvPr id="11" name="Textplatzhalter 10"/>
          <p:cNvSpPr>
            <a:spLocks noGrp="1"/>
          </p:cNvSpPr>
          <p:nvPr>
            <p:ph type="body" sz="quarter" idx="10" hasCustomPrompt="1"/>
          </p:nvPr>
        </p:nvSpPr>
        <p:spPr>
          <a:xfrm>
            <a:off x="1684020" y="2559843"/>
            <a:ext cx="2763926" cy="1811291"/>
          </a:xfr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marR="0" lvl="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a:pPr>
            <a:r>
              <a:rPr kumimoji="0" lang="de-AT" sz="1000" b="0" i="0" u="none" strike="noStrike" kern="1200" cap="none" spc="0" normalizeH="0" baseline="0" noProof="0" dirty="0">
                <a:ln>
                  <a:noFill/>
                </a:ln>
                <a:solidFill>
                  <a:srgbClr val="000000"/>
                </a:solidFill>
                <a:effectLst/>
                <a:uLnTx/>
                <a:uFillTx/>
                <a:latin typeface="+mn-lt"/>
                <a:ea typeface="+mn-ea"/>
                <a:cs typeface="+mn-cs"/>
              </a:rPr>
              <a:t>Hier Adressdaten eingeben</a:t>
            </a:r>
          </a:p>
        </p:txBody>
      </p:sp>
      <p:sp>
        <p:nvSpPr>
          <p:cNvPr id="8" name="Datumsplatzhalter 7"/>
          <p:cNvSpPr>
            <a:spLocks noGrp="1"/>
          </p:cNvSpPr>
          <p:nvPr>
            <p:ph type="dt" sz="half" idx="11"/>
          </p:nvPr>
        </p:nvSpPr>
        <p:spPr/>
        <p:txBody>
          <a:bodyPr/>
          <a:lstStyle/>
          <a:p>
            <a:fld id="{460B22D8-19A8-4750-AD83-286C35A4BCEC}" type="datetime1">
              <a:rPr lang="de-AT" smtClean="0"/>
              <a:t>04.06.2025</a:t>
            </a:fld>
            <a:endParaRPr lang="de-AT" dirty="0"/>
          </a:p>
        </p:txBody>
      </p:sp>
      <p:sp>
        <p:nvSpPr>
          <p:cNvPr id="9" name="Fußzeilenplatzhalter 8"/>
          <p:cNvSpPr>
            <a:spLocks noGrp="1"/>
          </p:cNvSpPr>
          <p:nvPr>
            <p:ph type="ftr" sz="quarter" idx="12"/>
          </p:nvPr>
        </p:nvSpPr>
        <p:spPr/>
        <p:txBody>
          <a:bodyPr/>
          <a:lstStyle/>
          <a:p>
            <a:r>
              <a:rPr lang="de-AT" dirty="0"/>
              <a:t>Fusszeile</a:t>
            </a:r>
          </a:p>
        </p:txBody>
      </p:sp>
      <p:sp>
        <p:nvSpPr>
          <p:cNvPr id="10" name="Foliennummernplatzhalter 9"/>
          <p:cNvSpPr>
            <a:spLocks noGrp="1"/>
          </p:cNvSpPr>
          <p:nvPr>
            <p:ph type="sldNum" sz="quarter" idx="13"/>
          </p:nvPr>
        </p:nvSpPr>
        <p:spPr/>
        <p:txBody>
          <a:bodyPr/>
          <a:lstStyle/>
          <a:p>
            <a:r>
              <a:rPr lang="de-AT" dirty="0"/>
              <a:t>SEITE </a:t>
            </a:r>
            <a:fld id="{BE3DC40E-DBBE-4E2D-9EEC-FBF0DA0E9179}" type="slidenum">
              <a:rPr lang="de-AT" smtClean="0"/>
              <a:t>‹Nr.›</a:t>
            </a:fld>
            <a:endParaRPr lang="de-AT" dirty="0"/>
          </a:p>
        </p:txBody>
      </p:sp>
    </p:spTree>
  </p:cSld>
  <p:clrMapOvr>
    <a:masterClrMapping/>
  </p:clrMapOvr>
  <p:transition>
    <p:fade/>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image" Target="../media/image2.tiff"/><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pn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3" name="Textplatzhalter 2"/>
          <p:cNvSpPr>
            <a:spLocks noGrp="1"/>
          </p:cNvSpPr>
          <p:nvPr>
            <p:ph type="body" idx="1"/>
          </p:nvPr>
        </p:nvSpPr>
        <p:spPr>
          <a:xfrm>
            <a:off x="457200" y="1344613"/>
            <a:ext cx="7764463" cy="3859212"/>
          </a:xfrm>
          <a:prstGeom prst="rect">
            <a:avLst/>
          </a:prstGeom>
        </p:spPr>
        <p:txBody>
          <a:bodyPr vert="horz" lIns="0" tIns="45715" rIns="0" bIns="45715" rtlCol="0">
            <a:normAutofit/>
          </a:bodyPr>
          <a:lstStyle/>
          <a:p>
            <a:pPr lvl="0"/>
            <a:r>
              <a:rPr lang="de-AT" dirty="0"/>
              <a:t>Textmasterformate durch Klicken bearbeiten</a:t>
            </a:r>
          </a:p>
          <a:p>
            <a:pPr lvl="1"/>
            <a:r>
              <a:rPr lang="de-AT" dirty="0"/>
              <a:t>Zweite Ebene</a:t>
            </a:r>
          </a:p>
          <a:p>
            <a:pPr lvl="2"/>
            <a:r>
              <a:rPr lang="de-AT" dirty="0"/>
              <a:t>Dritte Ebene</a:t>
            </a:r>
          </a:p>
          <a:p>
            <a:pPr lvl="3"/>
            <a:r>
              <a:rPr lang="de-AT" dirty="0"/>
              <a:t>Vierte Ebene</a:t>
            </a:r>
          </a:p>
          <a:p>
            <a:pPr lvl="4"/>
            <a:r>
              <a:rPr lang="de-AT" dirty="0"/>
              <a:t>Fünfte Ebene</a:t>
            </a:r>
          </a:p>
        </p:txBody>
      </p:sp>
      <p:sp>
        <p:nvSpPr>
          <p:cNvPr id="5" name="Fußzeilenplatzhalter 4"/>
          <p:cNvSpPr>
            <a:spLocks noGrp="1"/>
          </p:cNvSpPr>
          <p:nvPr userDrawn="1">
            <p:ph type="ftr" sz="quarter" idx="3"/>
          </p:nvPr>
        </p:nvSpPr>
        <p:spPr>
          <a:xfrm>
            <a:off x="1354561" y="5412059"/>
            <a:ext cx="3217443" cy="258085"/>
          </a:xfrm>
          <a:prstGeom prst="rect">
            <a:avLst/>
          </a:prstGeom>
        </p:spPr>
        <p:txBody>
          <a:bodyPr vert="horz" lIns="91431" tIns="45715" rIns="91431" bIns="45715" rtlCol="0" anchor="ctr"/>
          <a:lstStyle>
            <a:lvl1pPr algn="l">
              <a:defRPr sz="800" cap="all" baseline="0">
                <a:solidFill>
                  <a:schemeClr val="tx1">
                    <a:tint val="75000"/>
                  </a:schemeClr>
                </a:solidFill>
              </a:defRPr>
            </a:lvl1pPr>
          </a:lstStyle>
          <a:p>
            <a:r>
              <a:rPr lang="de-AT" dirty="0"/>
              <a:t>Fusszeile</a:t>
            </a:r>
          </a:p>
        </p:txBody>
      </p:sp>
      <p:sp>
        <p:nvSpPr>
          <p:cNvPr id="6" name="Foliennummernplatzhalter 5"/>
          <p:cNvSpPr>
            <a:spLocks noGrp="1"/>
          </p:cNvSpPr>
          <p:nvPr userDrawn="1">
            <p:ph type="sldNum" sz="quarter" idx="4"/>
          </p:nvPr>
        </p:nvSpPr>
        <p:spPr>
          <a:xfrm>
            <a:off x="462407" y="5412059"/>
            <a:ext cx="892150" cy="258085"/>
          </a:xfrm>
          <a:prstGeom prst="rect">
            <a:avLst/>
          </a:prstGeom>
        </p:spPr>
        <p:txBody>
          <a:bodyPr vert="horz" lIns="0" tIns="45715" rIns="0" bIns="45715" rtlCol="0" anchor="ctr"/>
          <a:lstStyle>
            <a:lvl1pPr algn="l">
              <a:defRPr sz="800" cap="all" baseline="0">
                <a:solidFill>
                  <a:schemeClr val="tx1">
                    <a:tint val="75000"/>
                  </a:schemeClr>
                </a:solidFill>
              </a:defRPr>
            </a:lvl1pPr>
          </a:lstStyle>
          <a:p>
            <a:r>
              <a:rPr lang="de-AT" dirty="0"/>
              <a:t>SEITE </a:t>
            </a:r>
            <a:fld id="{BE3DC40E-DBBE-4E2D-9EEC-FBF0DA0E9179}" type="slidenum">
              <a:rPr lang="de-AT" smtClean="0"/>
              <a:pPr/>
              <a:t>‹Nr.›</a:t>
            </a:fld>
            <a:endParaRPr lang="de-AT" dirty="0"/>
          </a:p>
        </p:txBody>
      </p:sp>
      <p:sp>
        <p:nvSpPr>
          <p:cNvPr id="7" name="Datumsplatzhalter 6"/>
          <p:cNvSpPr>
            <a:spLocks noGrp="1"/>
          </p:cNvSpPr>
          <p:nvPr userDrawn="1">
            <p:ph type="dt" sz="half" idx="2"/>
          </p:nvPr>
        </p:nvSpPr>
        <p:spPr>
          <a:xfrm>
            <a:off x="5745181" y="5412059"/>
            <a:ext cx="987407" cy="258085"/>
          </a:xfrm>
          <a:prstGeom prst="rect">
            <a:avLst/>
          </a:prstGeom>
        </p:spPr>
        <p:txBody>
          <a:bodyPr vert="horz" lIns="0" tIns="45715" rIns="0" bIns="45715" rtlCol="0" anchor="ctr"/>
          <a:lstStyle>
            <a:lvl1pPr algn="r">
              <a:defRPr lang="de-DE" sz="800" kern="1200" cap="all" baseline="0" smtClean="0">
                <a:solidFill>
                  <a:schemeClr val="tx1">
                    <a:tint val="75000"/>
                  </a:schemeClr>
                </a:solidFill>
                <a:latin typeface="+mn-lt"/>
                <a:ea typeface="+mn-ea"/>
                <a:cs typeface="+mn-cs"/>
              </a:defRPr>
            </a:lvl1pPr>
          </a:lstStyle>
          <a:p>
            <a:fld id="{EF16FBD4-A1A0-4C0D-8ECA-591A550A295A}" type="datetime1">
              <a:rPr lang="de-AT" smtClean="0"/>
              <a:pPr/>
              <a:t>04.06.2025</a:t>
            </a:fld>
            <a:endParaRPr lang="de-AT" dirty="0"/>
          </a:p>
        </p:txBody>
      </p:sp>
      <p:sp>
        <p:nvSpPr>
          <p:cNvPr id="18" name="Rechteck 17"/>
          <p:cNvSpPr/>
          <p:nvPr userDrawn="1"/>
        </p:nvSpPr>
        <p:spPr bwMode="gray">
          <a:xfrm>
            <a:off x="0" y="1043522"/>
            <a:ext cx="9144000" cy="36000"/>
          </a:xfrm>
          <a:prstGeom prst="rect">
            <a:avLst/>
          </a:prstGeom>
          <a:solidFill>
            <a:srgbClr val="2A739E"/>
          </a:solidFill>
          <a:ln>
            <a:solidFill>
              <a:srgbClr val="2A739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AT" dirty="0"/>
              <a:t>      </a:t>
            </a:r>
          </a:p>
        </p:txBody>
      </p:sp>
      <p:sp>
        <p:nvSpPr>
          <p:cNvPr id="15" name="Titelplatzhalter 14"/>
          <p:cNvSpPr>
            <a:spLocks noGrp="1"/>
          </p:cNvSpPr>
          <p:nvPr userDrawn="1">
            <p:ph type="title"/>
          </p:nvPr>
        </p:nvSpPr>
        <p:spPr bwMode="auto">
          <a:xfrm>
            <a:off x="462408" y="139700"/>
            <a:ext cx="6840000" cy="903822"/>
          </a:xfrm>
          <a:prstGeom prst="rect">
            <a:avLst/>
          </a:prstGeom>
        </p:spPr>
        <p:txBody>
          <a:bodyPr vert="horz" lIns="0" tIns="0" rIns="0" bIns="0" rtlCol="0" anchor="ctr">
            <a:normAutofit/>
          </a:bodyPr>
          <a:lstStyle/>
          <a:p>
            <a:r>
              <a:rPr lang="de-AT" dirty="0"/>
              <a:t>Titelmasterformat durch </a:t>
            </a:r>
            <a:br>
              <a:rPr lang="de-AT" dirty="0"/>
            </a:br>
            <a:r>
              <a:rPr lang="de-AT" dirty="0"/>
              <a:t>Klicken bearbeiten</a:t>
            </a:r>
          </a:p>
        </p:txBody>
      </p:sp>
      <p:pic>
        <p:nvPicPr>
          <p:cNvPr id="8" name="Grafik 7"/>
          <p:cNvPicPr>
            <a:picLocks noChangeAspect="1"/>
          </p:cNvPicPr>
          <p:nvPr userDrawn="1"/>
        </p:nvPicPr>
        <p:blipFill>
          <a:blip r:embed="rId17" cstate="print">
            <a:extLst>
              <a:ext uri="{28A0092B-C50C-407E-A947-70E740481C1C}">
                <a14:useLocalDpi xmlns:a14="http://schemas.microsoft.com/office/drawing/2010/main" val="0"/>
              </a:ext>
            </a:extLst>
          </a:blip>
          <a:stretch>
            <a:fillRect/>
          </a:stretch>
        </p:blipFill>
        <p:spPr>
          <a:xfrm>
            <a:off x="7792113" y="5379276"/>
            <a:ext cx="1083600" cy="174397"/>
          </a:xfrm>
          <a:prstGeom prst="rect">
            <a:avLst/>
          </a:prstGeom>
        </p:spPr>
      </p:pic>
      <p:pic>
        <p:nvPicPr>
          <p:cNvPr id="10" name="Bild 9"/>
          <p:cNvPicPr>
            <a:picLocks noChangeAspect="1"/>
          </p:cNvPicPr>
          <p:nvPr userDrawn="1"/>
        </p:nvPicPr>
        <p:blipFill>
          <a:blip r:embed="rId18" cstate="print">
            <a:extLst>
              <a:ext uri="{28A0092B-C50C-407E-A947-70E740481C1C}">
                <a14:useLocalDpi xmlns:a14="http://schemas.microsoft.com/office/drawing/2010/main" val="0"/>
              </a:ext>
            </a:extLst>
          </a:blip>
          <a:stretch>
            <a:fillRect/>
          </a:stretch>
        </p:blipFill>
        <p:spPr>
          <a:xfrm>
            <a:off x="7827078" y="288925"/>
            <a:ext cx="1053398" cy="689730"/>
          </a:xfrm>
          <a:prstGeom prst="rect">
            <a:avLst/>
          </a:prstGeom>
        </p:spPr>
      </p:pic>
    </p:spTree>
  </p:cSld>
  <p:clrMap bg1="lt1" tx1="dk1" bg2="lt2" tx2="dk2" accent1="accent1" accent2="accent2" accent3="accent3" accent4="accent4" accent5="accent5" accent6="accent6" hlink="hlink" folHlink="folHlink"/>
  <p:sldLayoutIdLst>
    <p:sldLayoutId id="2147483681" r:id="rId1"/>
    <p:sldLayoutId id="2147483671" r:id="rId2"/>
    <p:sldLayoutId id="2147483661" r:id="rId3"/>
    <p:sldLayoutId id="2147483663" r:id="rId4"/>
    <p:sldLayoutId id="2147483675" r:id="rId5"/>
    <p:sldLayoutId id="2147483676" r:id="rId6"/>
    <p:sldLayoutId id="2147483686" r:id="rId7"/>
    <p:sldLayoutId id="2147483687" r:id="rId8"/>
    <p:sldLayoutId id="2147483682" r:id="rId9"/>
    <p:sldLayoutId id="2147483688" r:id="rId10"/>
    <p:sldLayoutId id="2147483691" r:id="rId11"/>
    <p:sldLayoutId id="2147483664" r:id="rId12"/>
    <p:sldLayoutId id="2147483667" r:id="rId13"/>
    <p:sldLayoutId id="2147483668" r:id="rId14"/>
    <p:sldLayoutId id="2147483670" r:id="rId15"/>
  </p:sldLayoutIdLst>
  <p:transition>
    <p:fade/>
  </p:transition>
  <p:hf hdr="0" dt="0"/>
  <p:txStyles>
    <p:titleStyle>
      <a:lvl1pPr algn="l" defTabSz="914306" rtl="0" eaLnBrk="1" latinLnBrk="0" hangingPunct="1">
        <a:lnSpc>
          <a:spcPct val="100000"/>
        </a:lnSpc>
        <a:spcBef>
          <a:spcPct val="0"/>
        </a:spcBef>
        <a:buNone/>
        <a:defRPr sz="2400" b="1" kern="1200">
          <a:solidFill>
            <a:schemeClr val="tx1"/>
          </a:solidFill>
          <a:latin typeface="Georgia" charset="0"/>
          <a:ea typeface="Georgia" charset="0"/>
          <a:cs typeface="Georgia" charset="0"/>
        </a:defRPr>
      </a:lvl1pPr>
    </p:titleStyle>
    <p:bodyStyle>
      <a:lvl1pPr marL="266700" indent="-266700" algn="l" defTabSz="914306" rtl="0" eaLnBrk="1" latinLnBrk="0" hangingPunct="1">
        <a:lnSpc>
          <a:spcPct val="100000"/>
        </a:lnSpc>
        <a:spcBef>
          <a:spcPts val="0"/>
        </a:spcBef>
        <a:spcAft>
          <a:spcPts val="600"/>
        </a:spcAft>
        <a:buClr>
          <a:schemeClr val="accent1"/>
        </a:buClr>
        <a:buFont typeface="Wingdings" charset="2"/>
        <a:buChar char="§"/>
        <a:defRPr sz="1600" kern="1200">
          <a:solidFill>
            <a:schemeClr val="tx1"/>
          </a:solidFill>
          <a:latin typeface="+mn-lt"/>
          <a:ea typeface="+mn-ea"/>
          <a:cs typeface="+mn-cs"/>
        </a:defRPr>
      </a:lvl1pPr>
      <a:lvl2pPr marL="539750" indent="-273050" algn="l" defTabSz="914306" rtl="0" eaLnBrk="1" latinLnBrk="0" hangingPunct="1">
        <a:lnSpc>
          <a:spcPct val="100000"/>
        </a:lnSpc>
        <a:spcBef>
          <a:spcPts val="0"/>
        </a:spcBef>
        <a:spcAft>
          <a:spcPts val="400"/>
        </a:spcAft>
        <a:buClr>
          <a:schemeClr val="accent1"/>
        </a:buClr>
        <a:buSzPct val="100000"/>
        <a:buFont typeface="Wingdings" charset="2"/>
        <a:buChar char="§"/>
        <a:defRPr sz="1500" kern="1200">
          <a:solidFill>
            <a:schemeClr val="tx1"/>
          </a:solidFill>
          <a:latin typeface="+mn-lt"/>
          <a:ea typeface="+mn-ea"/>
          <a:cs typeface="+mn-cs"/>
        </a:defRPr>
      </a:lvl2pPr>
      <a:lvl3pPr marL="814388" indent="-273050" algn="l" defTabSz="914306" rtl="0" eaLnBrk="1" latinLnBrk="0" hangingPunct="1">
        <a:lnSpc>
          <a:spcPct val="100000"/>
        </a:lnSpc>
        <a:spcBef>
          <a:spcPts val="0"/>
        </a:spcBef>
        <a:spcAft>
          <a:spcPts val="400"/>
        </a:spcAft>
        <a:buClr>
          <a:schemeClr val="accent1"/>
        </a:buClr>
        <a:buFont typeface="Wingdings" charset="2"/>
        <a:buChar char="§"/>
        <a:defRPr sz="1400" kern="1200">
          <a:solidFill>
            <a:schemeClr val="tx1"/>
          </a:solidFill>
          <a:latin typeface="+mn-lt"/>
          <a:ea typeface="+mn-ea"/>
          <a:cs typeface="+mn-cs"/>
        </a:defRPr>
      </a:lvl3pPr>
      <a:lvl4pPr marL="1074738" indent="-266700"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4pPr>
      <a:lvl5pPr marL="1341438" indent="-263525"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5pPr>
      <a:lvl6pPr marL="251434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496"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650"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580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306" rtl="0" eaLnBrk="1" latinLnBrk="0" hangingPunct="1">
        <a:defRPr sz="1800" kern="1200">
          <a:solidFill>
            <a:schemeClr val="tx1"/>
          </a:solidFill>
          <a:latin typeface="+mn-lt"/>
          <a:ea typeface="+mn-ea"/>
          <a:cs typeface="+mn-cs"/>
        </a:defRPr>
      </a:lvl1pPr>
      <a:lvl2pPr marL="457153" algn="l" defTabSz="914306" rtl="0" eaLnBrk="1" latinLnBrk="0" hangingPunct="1">
        <a:defRPr sz="1800" kern="1200">
          <a:solidFill>
            <a:schemeClr val="tx1"/>
          </a:solidFill>
          <a:latin typeface="+mn-lt"/>
          <a:ea typeface="+mn-ea"/>
          <a:cs typeface="+mn-cs"/>
        </a:defRPr>
      </a:lvl2pPr>
      <a:lvl3pPr marL="914306" algn="l" defTabSz="914306" rtl="0" eaLnBrk="1" latinLnBrk="0" hangingPunct="1">
        <a:defRPr sz="1800" kern="1200">
          <a:solidFill>
            <a:schemeClr val="tx1"/>
          </a:solidFill>
          <a:latin typeface="+mn-lt"/>
          <a:ea typeface="+mn-ea"/>
          <a:cs typeface="+mn-cs"/>
        </a:defRPr>
      </a:lvl3pPr>
      <a:lvl4pPr marL="1371460" algn="l" defTabSz="914306" rtl="0" eaLnBrk="1" latinLnBrk="0" hangingPunct="1">
        <a:defRPr sz="1800" kern="1200">
          <a:solidFill>
            <a:schemeClr val="tx1"/>
          </a:solidFill>
          <a:latin typeface="+mn-lt"/>
          <a:ea typeface="+mn-ea"/>
          <a:cs typeface="+mn-cs"/>
        </a:defRPr>
      </a:lvl4pPr>
      <a:lvl5pPr marL="1828613" algn="l" defTabSz="914306" rtl="0" eaLnBrk="1" latinLnBrk="0" hangingPunct="1">
        <a:defRPr sz="1800" kern="1200">
          <a:solidFill>
            <a:schemeClr val="tx1"/>
          </a:solidFill>
          <a:latin typeface="+mn-lt"/>
          <a:ea typeface="+mn-ea"/>
          <a:cs typeface="+mn-cs"/>
        </a:defRPr>
      </a:lvl5pPr>
      <a:lvl6pPr marL="2285767" algn="l" defTabSz="914306" rtl="0" eaLnBrk="1" latinLnBrk="0" hangingPunct="1">
        <a:defRPr sz="1800" kern="1200">
          <a:solidFill>
            <a:schemeClr val="tx1"/>
          </a:solidFill>
          <a:latin typeface="+mn-lt"/>
          <a:ea typeface="+mn-ea"/>
          <a:cs typeface="+mn-cs"/>
        </a:defRPr>
      </a:lvl6pPr>
      <a:lvl7pPr marL="2742920" algn="l" defTabSz="914306" rtl="0" eaLnBrk="1" latinLnBrk="0" hangingPunct="1">
        <a:defRPr sz="1800" kern="1200">
          <a:solidFill>
            <a:schemeClr val="tx1"/>
          </a:solidFill>
          <a:latin typeface="+mn-lt"/>
          <a:ea typeface="+mn-ea"/>
          <a:cs typeface="+mn-cs"/>
        </a:defRPr>
      </a:lvl7pPr>
      <a:lvl8pPr marL="3200073" algn="l" defTabSz="914306" rtl="0" eaLnBrk="1" latinLnBrk="0" hangingPunct="1">
        <a:defRPr sz="1800" kern="1200">
          <a:solidFill>
            <a:schemeClr val="tx1"/>
          </a:solidFill>
          <a:latin typeface="+mn-lt"/>
          <a:ea typeface="+mn-ea"/>
          <a:cs typeface="+mn-cs"/>
        </a:defRPr>
      </a:lvl8pPr>
      <a:lvl9pPr marL="3657227" algn="l" defTabSz="914306"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2880" userDrawn="1">
          <p15:clr>
            <a:srgbClr val="F26B43"/>
          </p15:clr>
        </p15:guide>
        <p15:guide id="3" pos="288" userDrawn="1">
          <p15:clr>
            <a:srgbClr val="F26B43"/>
          </p15:clr>
        </p15:guide>
        <p15:guide id="4" pos="5179" userDrawn="1">
          <p15:clr>
            <a:srgbClr val="F26B43"/>
          </p15:clr>
        </p15:guide>
        <p15:guide id="5" pos="5467" userDrawn="1">
          <p15:clr>
            <a:srgbClr val="F26B43"/>
          </p15:clr>
        </p15:guide>
        <p15:guide id="7" orient="horz" pos="3278" userDrawn="1">
          <p15:clr>
            <a:srgbClr val="F26B43"/>
          </p15:clr>
        </p15:guide>
        <p15:guide id="9" orient="horz" pos="182" userDrawn="1">
          <p15:clr>
            <a:srgbClr val="F26B43"/>
          </p15:clr>
        </p15:guide>
        <p15:guide id="10" orient="horz" pos="847" userDrawn="1">
          <p15:clr>
            <a:srgbClr val="F26B43"/>
          </p15:clr>
        </p15:guide>
        <p15:guide id="11" orient="horz" pos="3522"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C" Type="http://schemas.openxmlformats.org/officeDocument/2006/relationships/chart" Target="../charts/chart10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C" Type="http://schemas.openxmlformats.org/officeDocument/2006/relationships/chart" Target="../charts/chart10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C" Type="http://schemas.openxmlformats.org/officeDocument/2006/relationships/chart" Target="../charts/chart10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el"/>
          <p:cNvSpPr>
            <a:spLocks noGrp="1"/>
          </p:cNvSpPr>
          <p:nvPr>
            <p:ph type="ctrTitle"/>
          </p:nvPr>
        </p:nvSpPr>
        <p:spPr/>
        <p:txBody>
          <a:bodyPr>
            <a:normAutofit/>
          </a:bodyPr>
          <a:lstStyle/>
          <a:p>
            <a:r>
              <a:rPr lang="en-US" dirty="0"/>
              <a:t>Cheap against peers, confirmed by the call</a:t>
            </a:r>
          </a:p>
        </p:txBody>
      </p:sp>
      <p:sp>
        <p:nvSpPr>
          <p:cNvPr id="12" name="Untertitel"/>
          <p:cNvSpPr>
            <a:spLocks noGrp="1"/>
          </p:cNvSpPr>
          <p:nvPr>
            <p:ph type="subTitle" idx="1"/>
          </p:nvPr>
        </p:nvSpPr>
        <p:spPr/>
        <p:txBody>
          <a:bodyPr>
            <a:normAutofit/>
          </a:bodyPr>
          <a:lstStyle/>
          <a:p>
            <a:r>
              <a:rPr lang="en-US" dirty="0"/>
              <a:t>A quantitative equity strategy for a $1M USD allocation</a:t>
            </a:r>
          </a:p>
        </p:txBody>
      </p:sp>
      <p:sp>
        <p:nvSpPr>
          <p:cNvPr id="13" name="Autor"/>
          <p:cNvSpPr>
            <a:spLocks noGrp="1"/>
          </p:cNvSpPr>
          <p:nvPr>
            <p:ph type="body"/>
          </p:nvPr>
        </p:nvSpPr>
        <p:spPr>
          <a:xfrm>
            <a:off x="457200" y="5426926"/>
            <a:ext cx="1638300" cy="243623"/>
          </a:xfrm>
        </p:spPr>
        <p:txBody>
          <a:bodyPr>
            <a:normAutofit/>
          </a:bodyPr>
          <a:lstStyle/>
          <a:p>
            <a:r>
              <a:rPr lang="en-US" sz="1200" dirty="0"/>
              <a:t>Jakob Hofer · Executive MBA Finance 2025–27</a:t>
            </a:r>
          </a:p>
          <a:p>
            <a:r>
              <a:rPr lang="en-US" sz="1200" dirty="0"/>
              <a:t>Generative AI in Finance · Investment Committee · September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Titel"/>
          <p:cNvSpPr>
            <a:spLocks noGrp="1"/>
          </p:cNvSpPr>
          <p:nvPr>
            <p:ph type="ctrTitle"/>
          </p:nvPr>
        </p:nvSpPr>
        <p:spPr/>
        <p:txBody>
          <a:bodyPr>
            <a:normAutofit/>
          </a:bodyPr>
          <a:lstStyle/>
          <a:p>
            <a:r>
              <a:rPr lang="en-US" dirty="0"/>
              <a:t>The ask</a:t>
            </a:r>
          </a:p>
        </p:txBody>
      </p:sp>
      <p:sp>
        <p:nvSpPr>
          <p:cNvPr id="15" name="Text"/>
          <p:cNvSpPr>
            <a:spLocks noGrp="1"/>
          </p:cNvSpPr>
          <p:nvPr>
            <p:ph type="body"/>
          </p:nvPr>
        </p:nvSpPr>
        <p:spPr>
          <a:xfrm>
            <a:off x="287338" y="2704277"/>
            <a:ext cx="4284662" cy="620885"/>
          </a:xfrm>
        </p:spPr>
        <p:txBody>
          <a:bodyPr>
            <a:normAutofit/>
          </a:bodyPr>
          <a:lstStyle/>
          <a:p>
            <a:r>
              <a:rPr lang="en-US" sz="1300" dirty="0"/>
              <a:t>Allocate $1M to a rules-based basket of 16 S&amp;P 500 companies that are cheaper than their industry peers, whose latest earnings call does not contradict the price, and that have already turned up. Quarterly rebalance. Every figure in this deck is read from the application's committed data.</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el"/>
          <p:cNvSpPr>
            <a:spLocks noGrp="1"/>
          </p:cNvSpPr>
          <p:nvPr>
            <p:ph type="title"/>
          </p:nvPr>
        </p:nvSpPr>
        <p:spPr/>
        <p:txBody>
          <a:bodyPr>
            <a:normAutofit/>
          </a:bodyPr>
          <a:lstStyle/>
          <a:p>
            <a:r>
              <a:rPr lang="en-US" dirty="0"/>
              <a:t>What you get for it</a:t>
            </a:r>
          </a:p>
        </p:txBody>
      </p:sp>
      <p:sp>
        <p:nvSpPr>
          <p:cNvPr id="17" name="Text"/>
          <p:cNvSpPr txBox="1"/>
          <p:nvPr/>
        </p:nvSpPr>
        <p:spPr>
          <a:xfrm>
            <a:off x="462019" y="1494613"/>
            <a:ext cx="1849911" cy="1500000"/>
          </a:xfrm>
          <a:prstGeom prst="roundRect">
            <a:avLst/>
          </a:prstGeom>
          <a:noFill/>
          <a:ln w="9525">
            <a:solidFill>
              <a:schemeClr val="accent3"/>
            </a:solidFill>
          </a:ln>
        </p:spPr>
        <p:txBody>
          <a:bodyPr wrap="square" lIns="91440" tIns="91440" rIns="91440" bIns="91440" anchor="t">
            <a:normAutofit/>
          </a:bodyPr>
          <a:lstStyle/>
          <a:p>
            <a:r>
              <a:rPr lang="en-US" sz="2800" b="1" dirty="0">
                <a:solidFill>
                  <a:schemeClr val="accent4"/>
                </a:solidFill>
              </a:rPr>
              <a:t>16</a:t>
            </a:r>
          </a:p>
          <a:p>
            <a:r>
              <a:rPr lang="en-US" sz="1100" b="1" dirty="0"/>
              <a:t>holdings</a:t>
            </a:r>
          </a:p>
          <a:p>
            <a:r>
              <a:rPr lang="en-US" sz="900" dirty="0">
                <a:solidFill>
                  <a:schemeClr val="accent5"/>
                </a:solidFill>
              </a:rPr>
              <a:t>12 industries · 2–10% per name</a:t>
            </a:r>
          </a:p>
        </p:txBody>
      </p:sp>
      <p:sp>
        <p:nvSpPr>
          <p:cNvPr id="18" name="Text"/>
          <p:cNvSpPr txBox="1"/>
          <p:nvPr/>
        </p:nvSpPr>
        <p:spPr>
          <a:xfrm>
            <a:off x="2431930" y="1494613"/>
            <a:ext cx="1849911" cy="1500000"/>
          </a:xfrm>
          <a:prstGeom prst="roundRect">
            <a:avLst/>
          </a:prstGeom>
          <a:noFill/>
          <a:ln w="9525">
            <a:solidFill>
              <a:schemeClr val="accent3"/>
            </a:solidFill>
          </a:ln>
        </p:spPr>
        <p:txBody>
          <a:bodyPr wrap="square" lIns="91440" tIns="91440" rIns="91440" bIns="91440" anchor="t">
            <a:normAutofit/>
          </a:bodyPr>
          <a:lstStyle/>
          <a:p>
            <a:r>
              <a:rPr lang="en-US" sz="2800" b="1" dirty="0">
                <a:solidFill>
                  <a:schemeClr val="accent4"/>
                </a:solidFill>
              </a:rPr>
              <a:t>0.79</a:t>
            </a:r>
          </a:p>
          <a:p>
            <a:r>
              <a:rPr lang="en-US" sz="1100" b="1" dirty="0"/>
              <a:t>Sharpe ratio, in-sample</a:t>
            </a:r>
          </a:p>
          <a:p>
            <a:r>
              <a:rPr lang="en-US" sz="900" dirty="0">
                <a:solidFill>
                  <a:schemeClr val="accent5"/>
                </a:solidFill>
              </a:rPr>
              <a:t>SPY 0.72 over the same window</a:t>
            </a:r>
          </a:p>
        </p:txBody>
      </p:sp>
      <p:sp>
        <p:nvSpPr>
          <p:cNvPr id="19" name="Text"/>
          <p:cNvSpPr txBox="1"/>
          <p:nvPr/>
        </p:nvSpPr>
        <p:spPr>
          <a:xfrm>
            <a:off x="4401841" y="1494613"/>
            <a:ext cx="1849911" cy="1500000"/>
          </a:xfrm>
          <a:prstGeom prst="roundRect">
            <a:avLst/>
          </a:prstGeom>
          <a:noFill/>
          <a:ln w="9525">
            <a:solidFill>
              <a:schemeClr val="accent3"/>
            </a:solidFill>
          </a:ln>
        </p:spPr>
        <p:txBody>
          <a:bodyPr wrap="square" lIns="91440" tIns="91440" rIns="91440" bIns="91440" anchor="t">
            <a:normAutofit/>
          </a:bodyPr>
          <a:lstStyle/>
          <a:p>
            <a:r>
              <a:rPr lang="en-US" sz="2800" b="1" dirty="0">
                <a:solidFill>
                  <a:schemeClr val="accent4"/>
                </a:solidFill>
              </a:rPr>
              <a:t>19.0%</a:t>
            </a:r>
          </a:p>
          <a:p>
            <a:r>
              <a:rPr lang="en-US" sz="1100" b="1" dirty="0"/>
              <a:t>annualised volatility</a:t>
            </a:r>
          </a:p>
          <a:p>
            <a:r>
              <a:rPr lang="en-US" sz="900" dirty="0">
                <a:solidFill>
                  <a:schemeClr val="accent5"/>
                </a:solidFill>
              </a:rPr>
              <a:t>SPY 16.5%</a:t>
            </a:r>
          </a:p>
        </p:txBody>
      </p:sp>
      <p:sp>
        <p:nvSpPr>
          <p:cNvPr id="20" name="Text"/>
          <p:cNvSpPr txBox="1"/>
          <p:nvPr/>
        </p:nvSpPr>
        <p:spPr>
          <a:xfrm>
            <a:off x="6371752" y="1494613"/>
            <a:ext cx="1849911" cy="1500000"/>
          </a:xfrm>
          <a:prstGeom prst="roundRect">
            <a:avLst/>
          </a:prstGeom>
          <a:noFill/>
          <a:ln w="9525">
            <a:solidFill>
              <a:schemeClr val="accent3"/>
            </a:solidFill>
          </a:ln>
        </p:spPr>
        <p:txBody>
          <a:bodyPr wrap="square" lIns="91440" tIns="91440" rIns="91440" bIns="91440" anchor="t">
            <a:normAutofit/>
          </a:bodyPr>
          <a:lstStyle/>
          <a:p>
            <a:r>
              <a:rPr lang="en-US" sz="2800" b="1" dirty="0">
                <a:solidFill>
                  <a:schemeClr val="accent4"/>
                </a:solidFill>
              </a:rPr>
              <a:t>19.1%</a:t>
            </a:r>
          </a:p>
          <a:p>
            <a:r>
              <a:rPr lang="en-US" sz="1100" b="1" dirty="0"/>
              <a:t>expected return, in-sample</a:t>
            </a:r>
          </a:p>
          <a:p>
            <a:r>
              <a:rPr lang="en-US" sz="900" dirty="0">
                <a:solidFill>
                  <a:schemeClr val="accent5"/>
                </a:solidFill>
              </a:rPr>
              <a:t>two-year historical mean — the fit, not a forecast</a:t>
            </a:r>
          </a:p>
        </p:txBody>
      </p:sp>
      <p:sp>
        <p:nvSpPr>
          <p:cNvPr id="21" name="Text"/>
          <p:cNvSpPr txBox="1"/>
          <p:nvPr/>
        </p:nvSpPr>
        <p:spPr>
          <a:xfrm>
            <a:off x="462019" y="3194613"/>
            <a:ext cx="7759644" cy="900000"/>
          </a:xfrm>
          <a:prstGeom prst="rect">
            <a:avLst/>
          </a:prstGeom>
          <a:noFill/>
          <a:ln>
            <a:noFill/>
          </a:ln>
        </p:spPr>
        <p:txBody>
          <a:bodyPr wrap="square" lIns="91440" tIns="91440" rIns="91440" bIns="91440" anchor="t">
            <a:normAutofit/>
          </a:bodyPr>
          <a:lstStyle/>
          <a:p>
            <a:pPr>
              <a:spcAft>
                <a:spcPts val="400"/>
              </a:spcAft>
            </a:pPr>
            <a:r>
              <a:rPr lang="en-US" sz="1200" dirty="0"/>
              <a:t>Weights: maximum Sharpe ratio, long-only, 2–10% per name, at most four names per industry</a:t>
            </a:r>
          </a:p>
          <a:p>
            <a:pPr>
              <a:spcAft>
                <a:spcPts val="400"/>
              </a:spcAft>
            </a:pPr>
            <a:r>
              <a:rPr lang="en-US" sz="1200" dirty="0"/>
              <a:t>Minimum-variance and equal-weight computed on the same holdings for comparison</a:t>
            </a:r>
          </a:p>
          <a:p>
            <a:pPr>
              <a:spcAft>
                <a:spcPts val="400"/>
              </a:spcAft>
            </a:pPr>
            <a:r>
              <a:rPr lang="en-US" sz="1200" dirty="0"/>
              <a:t>Rules re-screened quarterly after earnings season; a person decides, the application recommends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Titel"/>
          <p:cNvSpPr>
            <a:spLocks noGrp="1"/>
          </p:cNvSpPr>
          <p:nvPr>
            <p:ph type="title"/>
          </p:nvPr>
        </p:nvSpPr>
        <p:spPr/>
        <p:txBody>
          <a:bodyPr>
            <a:normAutofit/>
          </a:bodyPr>
          <a:lstStyle/>
          <a:p>
            <a:r>
              <a:rPr lang="en-US" dirty="0"/>
              <a:t>Why this thesis: the model told us what not to trust</a:t>
            </a:r>
          </a:p>
        </p:txBody>
      </p:sp>
      <p:sp>
        <p:nvSpPr>
          <p:cNvPr id="23" name="Text"/>
          <p:cNvSpPr txBox="1"/>
          <p:nvPr/>
        </p:nvSpPr>
        <p:spPr>
          <a:xfrm>
            <a:off x="462019" y="1344613"/>
            <a:ext cx="3819822" cy="3853905"/>
          </a:xfrm>
          <a:prstGeom prst="rect">
            <a:avLst/>
          </a:prstGeom>
          <a:noFill/>
          <a:ln>
            <a:noFill/>
          </a:ln>
        </p:spPr>
        <p:txBody>
          <a:bodyPr wrap="square" lIns="91440" tIns="91440" rIns="91440" bIns="91440" anchor="t">
            <a:normAutofit/>
          </a:bodyPr>
          <a:lstStyle/>
          <a:p>
            <a:pPr>
              <a:spcAft>
                <a:spcPts val="400"/>
              </a:spcAft>
            </a:pPr>
            <a:r>
              <a:rPr lang="en-US" sz="1200" dirty="0"/>
              <a:t>Before writing a thesis I backtested a five-factor score on 359 S&amp;P 500 companies as of 2025-01-31 against the next year's excess return over SPY.</a:t>
            </a:r>
          </a:p>
          <a:p>
            <a:pPr>
              <a:spcAft>
                <a:spcPts val="400"/>
              </a:spcAft>
            </a:pPr>
            <a:r>
              <a:rPr lang="en-US" sz="1200" dirty="0"/>
              <a:t>The total score ranked nothing (ρ 0.00).</a:t>
            </a:r>
          </a:p>
          <a:p>
            <a:pPr>
              <a:spcAft>
                <a:spcPts val="400"/>
              </a:spcAft>
            </a:pPr>
            <a:r>
              <a:rPr lang="en-US" sz="1200" dirty="0"/>
              <a:t>Valuation vs peers: ρ +0.14 — the only factor above the noise floor in the right direction</a:t>
            </a:r>
          </a:p>
          <a:p>
            <a:pPr>
              <a:spcAft>
                <a:spcPts val="400"/>
              </a:spcAft>
            </a:pPr>
            <a:r>
              <a:rPr lang="en-US" sz="1200" dirty="0"/>
              <a:t>Profitability: ρ −0.13 — quality had already been priced</a:t>
            </a:r>
          </a:p>
          <a:p>
            <a:pPr>
              <a:spcAft>
                <a:spcPts val="400"/>
              </a:spcAft>
            </a:pPr>
            <a:r>
              <a:rPr lang="en-US" sz="1200" dirty="0"/>
              <a:t>Growth, health, momentum: noise</a:t>
            </a:r>
          </a:p>
          <a:p>
            <a:pPr>
              <a:spcAft>
                <a:spcPts val="400"/>
              </a:spcAft>
            </a:pPr>
            <a:r>
              <a:rPr lang="en-US" sz="1200" dirty="0"/>
              <a:t>So: keep the factor that worked, drop the one that hurt, add two checks the score never had</a:t>
            </a:r>
          </a:p>
        </p:txBody>
      </p:sp>
      <p:graphicFrame>
        <p:nvGraphicFramePr>
          <p:cNvPr id="24" name="Diagramm"/>
          <p:cNvGraphicFramePr/>
          <p:nvPr/>
        </p:nvGraphicFramePr>
        <p:xfrm>
          <a:off x="4401841" y="1344613"/>
          <a:ext cx="3819822" cy="3853905"/>
        </p:xfrm>
        <a:graphic>
          <a:graphicData uri="http://schemas.openxmlformats.org/drawingml/2006/chart">
            <c:chart xmlns:c="http://schemas.openxmlformats.org/drawingml/2006/chart" xmlns:r="http://schemas.openxmlformats.org/officeDocument/2006/relationships" r:id="rIdC"/>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Titel"/>
          <p:cNvSpPr>
            <a:spLocks noGrp="1"/>
          </p:cNvSpPr>
          <p:nvPr>
            <p:ph type="title"/>
          </p:nvPr>
        </p:nvSpPr>
        <p:spPr/>
        <p:txBody>
          <a:bodyPr>
            <a:normAutofit/>
          </a:bodyPr>
          <a:lstStyle/>
          <a:p>
            <a:r>
              <a:rPr lang="en-US" dirty="0"/>
              <a:t>Three rules, three roles</a:t>
            </a:r>
          </a:p>
        </p:txBody>
      </p:sp>
      <p:sp>
        <p:nvSpPr>
          <p:cNvPr id="26" name="Text"/>
          <p:cNvSpPr txBox="1"/>
          <p:nvPr/>
        </p:nvSpPr>
        <p:spPr>
          <a:xfrm>
            <a:off x="462019" y="1344613"/>
            <a:ext cx="2506548" cy="3403905"/>
          </a:xfrm>
          <a:prstGeom prst="roundRect">
            <a:avLst/>
          </a:prstGeom>
          <a:noFill/>
          <a:ln w="9525">
            <a:solidFill>
              <a:schemeClr val="accent3"/>
            </a:solidFill>
          </a:ln>
        </p:spPr>
        <p:txBody>
          <a:bodyPr wrap="square" lIns="91440" tIns="91440" rIns="91440" bIns="91440" anchor="t">
            <a:normAutofit/>
          </a:bodyPr>
          <a:lstStyle/>
          <a:p>
            <a:pPr>
              <a:spcAft>
                <a:spcPts val="600"/>
              </a:spcAft>
            </a:pPr>
            <a:r>
              <a:rPr lang="en-US" sz="1300" b="1" dirty="0">
                <a:solidFill>
                  <a:schemeClr val="accent4"/>
                </a:solidFill>
              </a:rPr>
              <a:t>1 · Value — selects</a:t>
            </a:r>
          </a:p>
          <a:p>
            <a:pPr>
              <a:spcAft>
                <a:spcPts val="400"/>
              </a:spcAft>
            </a:pPr>
            <a:r>
              <a:rPr lang="en-US" sz="1100" dirty="0"/>
              <a:t>Trailing P/E below the industry-peer median, or EV/EBITDA below it</a:t>
            </a:r>
          </a:p>
          <a:p>
            <a:pPr>
              <a:spcAft>
                <a:spcPts val="400"/>
              </a:spcAft>
            </a:pPr>
            <a:r>
              <a:rPr lang="en-US" sz="1100" dirty="0"/>
              <a:t>Both multiples positive; operating margin above zero</a:t>
            </a:r>
          </a:p>
          <a:p>
            <a:pPr>
              <a:spcAft>
                <a:spcPts val="400"/>
              </a:spcAft>
            </a:pPr>
            <a:r>
              <a:rPr lang="en-US" sz="1100" dirty="0"/>
              <a:t>Industry = Finnhub classification; universe median if fewer than four peers</a:t>
            </a:r>
          </a:p>
        </p:txBody>
      </p:sp>
      <p:sp>
        <p:nvSpPr>
          <p:cNvPr id="27" name="Text"/>
          <p:cNvSpPr txBox="1"/>
          <p:nvPr/>
        </p:nvSpPr>
        <p:spPr>
          <a:xfrm>
            <a:off x="3088567" y="1344613"/>
            <a:ext cx="2506548" cy="3403905"/>
          </a:xfrm>
          <a:prstGeom prst="roundRect">
            <a:avLst/>
          </a:prstGeom>
          <a:noFill/>
          <a:ln w="9525">
            <a:solidFill>
              <a:schemeClr val="accent3"/>
            </a:solidFill>
          </a:ln>
        </p:spPr>
        <p:txBody>
          <a:bodyPr wrap="square" lIns="91440" tIns="91440" rIns="91440" bIns="91440" anchor="t">
            <a:normAutofit/>
          </a:bodyPr>
          <a:lstStyle/>
          <a:p>
            <a:pPr>
              <a:spcAft>
                <a:spcPts val="600"/>
              </a:spcAft>
            </a:pPr>
            <a:r>
              <a:rPr lang="en-US" sz="1300" b="1" dirty="0">
                <a:solidFill>
                  <a:schemeClr val="accent4"/>
                </a:solidFill>
              </a:rPr>
              <a:t>2 · Call tone — screens out value traps</a:t>
            </a:r>
          </a:p>
          <a:p>
            <a:pPr>
              <a:spcAft>
                <a:spcPts val="400"/>
              </a:spcAft>
            </a:pPr>
            <a:r>
              <a:rPr lang="en-US" sz="1100" dirty="0"/>
              <a:t>Latest earnings-call polarity ≥ 0.20 on a finance lexicon</a:t>
            </a:r>
          </a:p>
          <a:p>
            <a:pPr>
              <a:spcAft>
                <a:spcPts val="400"/>
              </a:spcAft>
            </a:pPr>
            <a:r>
              <a:rPr lang="en-US" sz="1100" dirty="0"/>
              <a:t>Not worse than −0.10 versus the prior call</a:t>
            </a:r>
          </a:p>
          <a:p>
            <a:pPr>
              <a:spcAft>
                <a:spcPts val="400"/>
              </a:spcAft>
            </a:pPr>
            <a:r>
              <a:rPr lang="en-US" sz="1100" dirty="0"/>
              <a:t>Hedging words below 1.5% of the transcript</a:t>
            </a:r>
          </a:p>
          <a:p>
            <a:pPr>
              <a:spcAft>
                <a:spcPts val="400"/>
              </a:spcAft>
            </a:pPr>
            <a:r>
              <a:rPr lang="en-US" sz="1100" dirty="0"/>
              <a:t>Speakers split by employer, not job title</a:t>
            </a:r>
          </a:p>
        </p:txBody>
      </p:sp>
      <p:sp>
        <p:nvSpPr>
          <p:cNvPr id="28" name="Text"/>
          <p:cNvSpPr txBox="1"/>
          <p:nvPr/>
        </p:nvSpPr>
        <p:spPr>
          <a:xfrm>
            <a:off x="5715115" y="1344613"/>
            <a:ext cx="2506548" cy="3403905"/>
          </a:xfrm>
          <a:prstGeom prst="roundRect">
            <a:avLst/>
          </a:prstGeom>
          <a:noFill/>
          <a:ln w="9525">
            <a:solidFill>
              <a:schemeClr val="accent3"/>
            </a:solidFill>
          </a:ln>
        </p:spPr>
        <p:txBody>
          <a:bodyPr wrap="square" lIns="91440" tIns="91440" rIns="91440" bIns="91440" anchor="t">
            <a:normAutofit/>
          </a:bodyPr>
          <a:lstStyle/>
          <a:p>
            <a:pPr>
              <a:spcAft>
                <a:spcPts val="600"/>
              </a:spcAft>
            </a:pPr>
            <a:r>
              <a:rPr lang="en-US" sz="1300" b="1" dirty="0">
                <a:solidFill>
                  <a:schemeClr val="accent4"/>
                </a:solidFill>
              </a:rPr>
              <a:t>3 · Technical — times the entry</a:t>
            </a:r>
          </a:p>
          <a:p>
            <a:pPr>
              <a:spcAft>
                <a:spcPts val="400"/>
              </a:spcAft>
            </a:pPr>
            <a:r>
              <a:rPr lang="en-US" sz="1100" dirty="0"/>
              <a:t>Golden cross: 50-day above 200-day</a:t>
            </a:r>
          </a:p>
          <a:p>
            <a:pPr>
              <a:spcAft>
                <a:spcPts val="400"/>
              </a:spcAft>
            </a:pPr>
            <a:r>
              <a:rPr lang="en-US" sz="1100" dirty="0"/>
              <a:t>Price above the 200-day average</a:t>
            </a:r>
          </a:p>
          <a:p>
            <a:pPr>
              <a:spcAft>
                <a:spcPts val="400"/>
              </a:spcAft>
            </a:pPr>
            <a:r>
              <a:rPr lang="en-US" sz="1100" dirty="0"/>
              <a:t>RSI(14) below 70</a:t>
            </a:r>
          </a:p>
          <a:p>
            <a:pPr>
              <a:spcAft>
                <a:spcPts val="400"/>
              </a:spcAft>
            </a:pPr>
            <a:r>
              <a:rPr lang="en-US" sz="1100" dirty="0"/>
              <a:t>Gates, never selects</a:t>
            </a:r>
          </a:p>
        </p:txBody>
      </p:sp>
      <p:sp>
        <p:nvSpPr>
          <p:cNvPr id="29" name="Text"/>
          <p:cNvSpPr txBox="1"/>
          <p:nvPr/>
        </p:nvSpPr>
        <p:spPr>
          <a:xfrm>
            <a:off x="462019" y="4818518"/>
            <a:ext cx="7759644" cy="380000"/>
          </a:xfrm>
          <a:prstGeom prst="rect">
            <a:avLst/>
          </a:prstGeom>
          <a:noFill/>
          <a:ln>
            <a:noFill/>
          </a:ln>
        </p:spPr>
        <p:txBody>
          <a:bodyPr wrap="square" lIns="91440" tIns="91440" rIns="91440" bIns="91440" anchor="t">
            <a:normAutofit/>
          </a:bodyPr>
          <a:lstStyle/>
          <a:p>
            <a:r>
              <a:rPr lang="en-US" sz="1000" dirty="0">
                <a:solidFill>
                  <a:schemeClr val="accent5"/>
                </a:solidFill>
              </a:rPr>
              <a:t>Ranking among names that pass: 50% value discount · 30% tone level · 20% tone change (percentile ranks).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Titel"/>
          <p:cNvSpPr>
            <a:spLocks noGrp="1"/>
          </p:cNvSpPr>
          <p:nvPr>
            <p:ph type="title"/>
          </p:nvPr>
        </p:nvSpPr>
        <p:spPr/>
        <p:txBody>
          <a:bodyPr>
            <a:normAutofit/>
          </a:bodyPr>
          <a:lstStyle/>
          <a:p>
            <a:r>
              <a:rPr lang="en-US" dirty="0"/>
              <a:t>Data: free tiers, verified against real keys</a:t>
            </a:r>
          </a:p>
        </p:txBody>
      </p:sp>
      <p:graphicFrame>
        <p:nvGraphicFramePr>
          <p:cNvPr id="31" name="Tabelle"/>
          <p:cNvGraphicFramePr>
            <a:graphicFrameLocks noGrp="1"/>
          </p:cNvGraphicFramePr>
          <p:nvPr/>
        </p:nvGraphicFramePr>
        <p:xfrm>
          <a:off x="462019" y="1344613"/>
          <a:ext cx="7759644" cy="2520000"/>
        </p:xfrm>
        <a:graphic>
          <a:graphicData uri="http://schemas.openxmlformats.org/drawingml/2006/table">
            <a:tbl>
              <a:tblPr firstRow="1" bandRow="1">
                <a:tableStyleId>{5C22544A-7EE6-4342-B048-85BDC9FD1C3A}</a:tableStyleId>
              </a:tblPr>
              <a:tblGrid>
                <a:gridCol w="1583600"/>
                <a:gridCol w="3325561"/>
                <a:gridCol w="2850481"/>
              </a:tblGrid>
              <a:tr h="420000">
                <a:tc>
                  <a:txBody>
                    <a:bodyPr/>
                    <a:lstStyle/>
                    <a:p>
                      <a:r>
                        <a:rPr lang="en-US" sz="1000" b="1" dirty="0"/>
                        <a:t>Source</a:t>
                      </a:r>
                    </a:p>
                  </a:txBody>
                  <a:tcPr marL="45720" marR="45720" marT="22860" marB="22860"/>
                </a:tc>
                <a:tc>
                  <a:txBody>
                    <a:bodyPr/>
                    <a:lstStyle/>
                    <a:p>
                      <a:r>
                        <a:rPr lang="en-US" sz="1000" b="1" dirty="0"/>
                        <a:t>Used for</a:t>
                      </a:r>
                    </a:p>
                  </a:txBody>
                  <a:tcPr marL="45720" marR="45720" marT="22860" marB="22860"/>
                </a:tc>
                <a:tc>
                  <a:txBody>
                    <a:bodyPr/>
                    <a:lstStyle/>
                    <a:p>
                      <a:r>
                        <a:rPr lang="en-US" sz="1000" b="1" dirty="0"/>
                        <a:t>Limit that shaped the design</a:t>
                      </a:r>
                    </a:p>
                  </a:txBody>
                  <a:tcPr marL="45720" marR="45720" marT="22860" marB="22860"/>
                </a:tc>
              </a:tr>
              <a:tr h="420000">
                <a:tc>
                  <a:txBody>
                    <a:bodyPr/>
                    <a:lstStyle/>
                    <a:p>
                      <a:r>
                        <a:rPr lang="en-US" sz="1000" dirty="0"/>
                        <a:t>Finnhub</a:t>
                      </a:r>
                    </a:p>
                  </a:txBody>
                  <a:tcPr marL="45720" marR="45720" marT="22860" marB="22860"/>
                </a:tc>
                <a:tc>
                  <a:txBody>
                    <a:bodyPr/>
                    <a:lstStyle/>
                    <a:p>
                      <a:r>
                        <a:rPr lang="en-US" sz="1000" dirty="0"/>
                        <a:t>Profile, 133 TTM metrics, industry, real peer list, live quotes</a:t>
                      </a:r>
                    </a:p>
                  </a:txBody>
                  <a:tcPr marL="45720" marR="45720" marT="22860" marB="22860"/>
                </a:tc>
                <a:tc>
                  <a:txBody>
                    <a:bodyPr/>
                    <a:lstStyle/>
                    <a:p>
                      <a:r>
                        <a:rPr lang="en-US" sz="1000" dirty="0"/>
                        <a:t>60 requests/min; prices, targets and transcripts are premium</a:t>
                      </a:r>
                    </a:p>
                  </a:txBody>
                  <a:tcPr marL="45720" marR="45720" marT="22860" marB="22860"/>
                </a:tc>
              </a:tr>
              <a:tr h="420000">
                <a:tc>
                  <a:txBody>
                    <a:bodyPr/>
                    <a:lstStyle/>
                    <a:p>
                      <a:r>
                        <a:rPr lang="en-US" sz="1000" dirty="0"/>
                        <a:t>Twelve Data</a:t>
                      </a:r>
                    </a:p>
                  </a:txBody>
                  <a:tcPr marL="45720" marR="45720" marT="22860" marB="22860"/>
                </a:tc>
                <a:tc>
                  <a:txBody>
                    <a:bodyPr/>
                    <a:lstStyle/>
                    <a:p>
                      <a:r>
                        <a:rPr lang="en-US" sz="1000" dirty="0"/>
                        <a:t>Daily prices for the technical rules, two-year returns for optimisation, SPY</a:t>
                      </a:r>
                    </a:p>
                  </a:txBody>
                  <a:tcPr marL="45720" marR="45720" marT="22860" marB="22860"/>
                </a:tc>
                <a:tc>
                  <a:txBody>
                    <a:bodyPr/>
                    <a:lstStyle/>
                    <a:p>
                      <a:r>
                        <a:rPr lang="en-US" sz="1000" dirty="0"/>
                        <a:t>8 requests/min — the pipeline's bottleneck</a:t>
                      </a:r>
                    </a:p>
                  </a:txBody>
                  <a:tcPr marL="45720" marR="45720" marT="22860" marB="22860"/>
                </a:tc>
              </a:tr>
              <a:tr h="420000">
                <a:tc>
                  <a:txBody>
                    <a:bodyPr/>
                    <a:lstStyle/>
                    <a:p>
                      <a:r>
                        <a:rPr lang="en-US" sz="1000" dirty="0"/>
                        <a:t>Course transcript archive</a:t>
                      </a:r>
                    </a:p>
                  </a:txBody>
                  <a:tcPr marL="45720" marR="45720" marT="22860" marB="22860"/>
                </a:tc>
                <a:tc>
                  <a:txBody>
                    <a:bodyPr/>
                    <a:lstStyle/>
                    <a:p>
                      <a:r>
                        <a:rPr lang="en-US" sz="1000" dirty="0"/>
                        <a:t>2,899 earnings calls, 383 companies — the text signal</a:t>
                      </a:r>
                    </a:p>
                  </a:txBody>
                  <a:tcPr marL="45720" marR="45720" marT="22860" marB="22860"/>
                </a:tc>
                <a:tc>
                  <a:txBody>
                    <a:bodyPr/>
                    <a:lstStyle/>
                    <a:p>
                      <a:r>
                        <a:rPr lang="en-US" sz="1000" dirty="0"/>
                        <a:t>No key, CORS-enabled; ends at the archive's last quarter</a:t>
                      </a:r>
                    </a:p>
                  </a:txBody>
                  <a:tcPr marL="45720" marR="45720" marT="22860" marB="22860"/>
                </a:tc>
              </a:tr>
              <a:tr h="420000">
                <a:tc>
                  <a:txBody>
                    <a:bodyPr/>
                    <a:lstStyle/>
                    <a:p>
                      <a:r>
                        <a:rPr lang="en-US" sz="1000" dirty="0"/>
                        <a:t>OpenRouter</a:t>
                      </a:r>
                    </a:p>
                  </a:txBody>
                  <a:tcPr marL="45720" marR="45720" marT="22860" marB="22860"/>
                </a:tc>
                <a:tc>
                  <a:txBody>
                    <a:bodyPr/>
                    <a:lstStyle/>
                    <a:p>
                      <a:r>
                        <a:rPr lang="en-US" sz="1000" dirty="0"/>
                        <a:t>Executive commentary on the dashboard (gemini-2.5-flash)</a:t>
                      </a:r>
                    </a:p>
                  </a:txBody>
                  <a:tcPr marL="45720" marR="45720" marT="22860" marB="22860"/>
                </a:tc>
                <a:tc>
                  <a:txBody>
                    <a:bodyPr/>
                    <a:lstStyle/>
                    <a:p>
                      <a:r>
                        <a:rPr lang="en-US" sz="1000" dirty="0"/>
                        <a:t>Labelled AI-generated; never used for selection</a:t>
                      </a:r>
                    </a:p>
                  </a:txBody>
                  <a:tcPr marL="45720" marR="45720" marT="22860" marB="22860"/>
                </a:tc>
              </a:tr>
              <a:tr h="420000">
                <a:tc>
                  <a:txBody>
                    <a:bodyPr/>
                    <a:lstStyle/>
                    <a:p>
                      <a:r>
                        <a:rPr lang="en-US" sz="1000" dirty="0"/>
                        <a:t>Alpha Vantage</a:t>
                      </a:r>
                    </a:p>
                  </a:txBody>
                  <a:tcPr marL="45720" marR="45720" marT="22860" marB="22860"/>
                </a:tc>
                <a:tc>
                  <a:txBody>
                    <a:bodyPr/>
                    <a:lstStyle/>
                    <a:p>
                      <a:r>
                        <a:rPr lang="en-US" sz="1000" dirty="0"/>
                        <a:t>Consensus price target only</a:t>
                      </a:r>
                    </a:p>
                  </a:txBody>
                  <a:tcPr marL="45720" marR="45720" marT="22860" marB="22860"/>
                </a:tc>
                <a:tc>
                  <a:txBody>
                    <a:bodyPr/>
                    <a:lstStyle/>
                    <a:p>
                      <a:r>
                        <a:rPr lang="en-US" sz="1000" dirty="0"/>
                        <a:t>25 requests/day → one request per company</a:t>
                      </a:r>
                    </a:p>
                  </a:txBody>
                  <a:tcPr marL="45720" marR="45720" marT="22860" marB="22860"/>
                </a:tc>
              </a:tr>
            </a:tbl>
          </a:graphicData>
        </a:graphic>
      </p:graphicFrame>
      <p:sp>
        <p:nvSpPr>
          <p:cNvPr id="32" name="Text"/>
          <p:cNvSpPr txBox="1"/>
          <p:nvPr/>
        </p:nvSpPr>
        <p:spPr>
          <a:xfrm>
            <a:off x="462019" y="4064613"/>
            <a:ext cx="7759644" cy="400000"/>
          </a:xfrm>
          <a:prstGeom prst="rect">
            <a:avLst/>
          </a:prstGeom>
          <a:noFill/>
          <a:ln>
            <a:noFill/>
          </a:ln>
        </p:spPr>
        <p:txBody>
          <a:bodyPr wrap="square" lIns="91440" tIns="91440" rIns="91440" bIns="91440" anchor="t">
            <a:normAutofit/>
          </a:bodyPr>
          <a:lstStyle/>
          <a:p>
            <a:r>
              <a:rPr lang="en-US" sz="1000" dirty="0">
                <a:solidFill>
                  <a:schemeClr val="accent5"/>
                </a:solidFill>
              </a:rPr>
              <a:t>Keys are entered in the app and stay in the browser. A search of the full Git history and the published bundle found none.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Titel"/>
          <p:cNvSpPr>
            <a:spLocks noGrp="1"/>
          </p:cNvSpPr>
          <p:nvPr>
            <p:ph type="title"/>
          </p:nvPr>
        </p:nvSpPr>
        <p:spPr/>
        <p:txBody>
          <a:bodyPr>
            <a:normAutofit/>
          </a:bodyPr>
          <a:lstStyle/>
          <a:p>
            <a:r>
              <a:rPr lang="en-US" dirty="0"/>
              <a:t>From 383 companies to a portfolio</a:t>
            </a:r>
          </a:p>
        </p:txBody>
      </p:sp>
      <p:graphicFrame>
        <p:nvGraphicFramePr>
          <p:cNvPr id="34" name="Diagramm"/>
          <p:cNvGraphicFramePr/>
          <p:nvPr/>
        </p:nvGraphicFramePr>
        <p:xfrm>
          <a:off x="462019" y="1344613"/>
          <a:ext cx="4119822" cy="3853905"/>
        </p:xfrm>
        <a:graphic>
          <a:graphicData uri="http://schemas.openxmlformats.org/drawingml/2006/chart">
            <c:chart xmlns:c="http://schemas.openxmlformats.org/drawingml/2006/chart" xmlns:r="http://schemas.openxmlformats.org/officeDocument/2006/relationships" r:id="rIdC"/>
          </a:graphicData>
        </a:graphic>
      </p:graphicFrame>
      <p:sp>
        <p:nvSpPr>
          <p:cNvPr id="35" name="Text"/>
          <p:cNvSpPr txBox="1"/>
          <p:nvPr/>
        </p:nvSpPr>
        <p:spPr>
          <a:xfrm>
            <a:off x="4701841" y="1344613"/>
            <a:ext cx="3399822" cy="3853905"/>
          </a:xfrm>
          <a:prstGeom prst="rect">
            <a:avLst/>
          </a:prstGeom>
          <a:noFill/>
          <a:ln>
            <a:noFill/>
          </a:ln>
        </p:spPr>
        <p:txBody>
          <a:bodyPr wrap="square" lIns="91440" tIns="91440" rIns="91440" bIns="91440" anchor="t">
            <a:normAutofit/>
          </a:bodyPr>
          <a:lstStyle/>
          <a:p>
            <a:pPr>
              <a:spcAft>
                <a:spcPts val="400"/>
              </a:spcAft>
            </a:pPr>
            <a:r>
              <a:rPr lang="en-US" sz="1200" dirty="0"/>
              <a:t>Not cheaper than peers: 128 — the thesis is selective by design</a:t>
            </a:r>
          </a:p>
          <a:p>
            <a:pPr>
              <a:spcAft>
                <a:spcPts val="400"/>
              </a:spcAft>
            </a:pPr>
            <a:r>
              <a:rPr lang="en-US" sz="1200" dirty="0"/>
              <a:t>Loss-making: 40</a:t>
            </a:r>
          </a:p>
          <a:p>
            <a:pPr>
              <a:spcAft>
                <a:spcPts val="400"/>
              </a:spcAft>
            </a:pPr>
            <a:r>
              <a:rPr lang="en-US" sz="1200" dirty="0"/>
              <a:t>Call tone deteriorating: 29</a:t>
            </a:r>
          </a:p>
          <a:p>
            <a:pPr>
              <a:spcAft>
                <a:spcPts val="400"/>
              </a:spcAft>
            </a:pPr>
            <a:r>
              <a:rPr lang="en-US" sz="1200" dirty="0"/>
              <a:t>Cheap but still in a downtrend: 24 of 40 — removed by the entry filter</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Titel"/>
          <p:cNvSpPr>
            <a:spLocks noGrp="1"/>
          </p:cNvSpPr>
          <p:nvPr>
            <p:ph type="title"/>
          </p:nvPr>
        </p:nvSpPr>
        <p:spPr/>
        <p:txBody>
          <a:bodyPr>
            <a:normAutofit/>
          </a:bodyPr>
          <a:lstStyle/>
          <a:p>
            <a:r>
              <a:rPr lang="en-US" dirty="0"/>
              <a:t>The portfolio: 16 names, 12 industries</a:t>
            </a:r>
          </a:p>
        </p:txBody>
      </p:sp>
      <p:graphicFrame>
        <p:nvGraphicFramePr>
          <p:cNvPr id="37" name="Tabelle"/>
          <p:cNvGraphicFramePr>
            <a:graphicFrameLocks noGrp="1"/>
          </p:cNvGraphicFramePr>
          <p:nvPr/>
        </p:nvGraphicFramePr>
        <p:xfrm>
          <a:off x="462019" y="1284613"/>
          <a:ext cx="7759644" cy="3913893"/>
        </p:xfrm>
        <a:graphic>
          <a:graphicData uri="http://schemas.openxmlformats.org/drawingml/2006/table">
            <a:tbl>
              <a:tblPr firstRow="1" bandRow="1">
                <a:tableStyleId>{5C22544A-7EE6-4342-B048-85BDC9FD1C3A}</a:tableStyleId>
              </a:tblPr>
              <a:tblGrid>
                <a:gridCol w="614625"/>
                <a:gridCol w="1997532"/>
                <a:gridCol w="1843875"/>
                <a:gridCol w="691453"/>
                <a:gridCol w="1075594"/>
                <a:gridCol w="1075594"/>
                <a:gridCol w="460968"/>
              </a:tblGrid>
              <a:tr h="230229">
                <a:tc>
                  <a:txBody>
                    <a:bodyPr/>
                    <a:lstStyle/>
                    <a:p>
                      <a:r>
                        <a:rPr lang="en-US" sz="800" b="1" dirty="0"/>
                        <a:t>Ticker</a:t>
                      </a:r>
                    </a:p>
                  </a:txBody>
                  <a:tcPr marL="45720" marR="45720" marT="22860" marB="22860"/>
                </a:tc>
                <a:tc>
                  <a:txBody>
                    <a:bodyPr/>
                    <a:lstStyle/>
                    <a:p>
                      <a:r>
                        <a:rPr lang="en-US" sz="800" b="1" dirty="0"/>
                        <a:t>Company</a:t>
                      </a:r>
                    </a:p>
                  </a:txBody>
                  <a:tcPr marL="45720" marR="45720" marT="22860" marB="22860"/>
                </a:tc>
                <a:tc>
                  <a:txBody>
                    <a:bodyPr/>
                    <a:lstStyle/>
                    <a:p>
                      <a:r>
                        <a:rPr lang="en-US" sz="800" b="1" dirty="0"/>
                        <a:t>Industry</a:t>
                      </a:r>
                    </a:p>
                  </a:txBody>
                  <a:tcPr marL="45720" marR="45720" marT="22860" marB="22860"/>
                </a:tc>
                <a:tc>
                  <a:txBody>
                    <a:bodyPr/>
                    <a:lstStyle/>
                    <a:p>
                      <a:r>
                        <a:rPr lang="en-US" sz="800" b="1" dirty="0"/>
                        <a:t>Weight</a:t>
                      </a:r>
                    </a:p>
                  </a:txBody>
                  <a:tcPr marL="45720" marR="45720" marT="22860" marB="22860"/>
                </a:tc>
                <a:tc>
                  <a:txBody>
                    <a:bodyPr/>
                    <a:lstStyle/>
                    <a:p>
                      <a:r>
                        <a:rPr lang="en-US" sz="800" b="1" dirty="0"/>
                        <a:t>P/E vs peer</a:t>
                      </a:r>
                    </a:p>
                  </a:txBody>
                  <a:tcPr marL="45720" marR="45720" marT="22860" marB="22860"/>
                </a:tc>
                <a:tc>
                  <a:txBody>
                    <a:bodyPr/>
                    <a:lstStyle/>
                    <a:p>
                      <a:r>
                        <a:rPr lang="en-US" sz="800" b="1" dirty="0"/>
                        <a:t>Tone (Δ)</a:t>
                      </a:r>
                    </a:p>
                  </a:txBody>
                  <a:tcPr marL="45720" marR="45720" marT="22860" marB="22860"/>
                </a:tc>
                <a:tc>
                  <a:txBody>
                    <a:bodyPr/>
                    <a:lstStyle/>
                    <a:p>
                      <a:r>
                        <a:rPr lang="en-US" sz="800" b="1" dirty="0"/>
                        <a:t>RSI</a:t>
                      </a:r>
                    </a:p>
                  </a:txBody>
                  <a:tcPr marL="45720" marR="45720" marT="22860" marB="22860"/>
                </a:tc>
              </a:tr>
              <a:tr h="230229">
                <a:tc>
                  <a:txBody>
                    <a:bodyPr/>
                    <a:lstStyle/>
                    <a:p>
                      <a:r>
                        <a:rPr lang="en-US" sz="800" dirty="0"/>
                        <a:t>ALL</a:t>
                      </a:r>
                    </a:p>
                  </a:txBody>
                  <a:tcPr marL="45720" marR="45720" marT="22860" marB="22860"/>
                </a:tc>
                <a:tc>
                  <a:txBody>
                    <a:bodyPr/>
                    <a:lstStyle/>
                    <a:p>
                      <a:r>
                        <a:rPr lang="en-US" sz="800" dirty="0"/>
                        <a:t>Allstate Corp</a:t>
                      </a:r>
                    </a:p>
                  </a:txBody>
                  <a:tcPr marL="45720" marR="45720" marT="22860" marB="22860"/>
                </a:tc>
                <a:tc>
                  <a:txBody>
                    <a:bodyPr/>
                    <a:lstStyle/>
                    <a:p>
                      <a:r>
                        <a:rPr lang="en-US" sz="800" dirty="0"/>
                        <a:t>Insurance</a:t>
                      </a:r>
                    </a:p>
                  </a:txBody>
                  <a:tcPr marL="45720" marR="45720" marT="22860" marB="22860"/>
                </a:tc>
                <a:tc>
                  <a:txBody>
                    <a:bodyPr/>
                    <a:lstStyle/>
                    <a:p>
                      <a:pPr algn="r"/>
                      <a:r>
                        <a:rPr lang="en-US" sz="800" dirty="0"/>
                        <a:t>10.0%</a:t>
                      </a:r>
                    </a:p>
                  </a:txBody>
                  <a:tcPr marL="45720" marR="45720" marT="22860" marB="22860"/>
                </a:tc>
                <a:tc>
                  <a:txBody>
                    <a:bodyPr/>
                    <a:lstStyle/>
                    <a:p>
                      <a:pPr algn="r"/>
                      <a:r>
                        <a:rPr lang="en-US" sz="800" dirty="0"/>
                        <a:t>5.0 / 13.1</a:t>
                      </a:r>
                    </a:p>
                  </a:txBody>
                  <a:tcPr marL="45720" marR="45720" marT="22860" marB="22860"/>
                </a:tc>
                <a:tc>
                  <a:txBody>
                    <a:bodyPr/>
                    <a:lstStyle/>
                    <a:p>
                      <a:pPr algn="r"/>
                      <a:r>
                        <a:rPr lang="en-US" sz="800" dirty="0"/>
                        <a:t>0.71 (+0.11)</a:t>
                      </a:r>
                    </a:p>
                  </a:txBody>
                  <a:tcPr marL="45720" marR="45720" marT="22860" marB="22860"/>
                </a:tc>
                <a:tc>
                  <a:txBody>
                    <a:bodyPr/>
                    <a:lstStyle/>
                    <a:p>
                      <a:pPr algn="r"/>
                      <a:r>
                        <a:rPr lang="en-US" sz="800" dirty="0"/>
                        <a:t>55</a:t>
                      </a:r>
                    </a:p>
                  </a:txBody>
                  <a:tcPr marL="45720" marR="45720" marT="22860" marB="22860"/>
                </a:tc>
              </a:tr>
              <a:tr h="230229">
                <a:tc>
                  <a:txBody>
                    <a:bodyPr/>
                    <a:lstStyle/>
                    <a:p>
                      <a:r>
                        <a:rPr lang="en-US" sz="800" dirty="0"/>
                        <a:t>INCY</a:t>
                      </a:r>
                    </a:p>
                  </a:txBody>
                  <a:tcPr marL="45720" marR="45720" marT="22860" marB="22860"/>
                </a:tc>
                <a:tc>
                  <a:txBody>
                    <a:bodyPr/>
                    <a:lstStyle/>
                    <a:p>
                      <a:r>
                        <a:rPr lang="en-US" sz="800" dirty="0"/>
                        <a:t>Incyte Corp</a:t>
                      </a:r>
                    </a:p>
                  </a:txBody>
                  <a:tcPr marL="45720" marR="45720" marT="22860" marB="22860"/>
                </a:tc>
                <a:tc>
                  <a:txBody>
                    <a:bodyPr/>
                    <a:lstStyle/>
                    <a:p>
                      <a:r>
                        <a:rPr lang="en-US" sz="800" dirty="0"/>
                        <a:t>Biotechnology</a:t>
                      </a:r>
                    </a:p>
                  </a:txBody>
                  <a:tcPr marL="45720" marR="45720" marT="22860" marB="22860"/>
                </a:tc>
                <a:tc>
                  <a:txBody>
                    <a:bodyPr/>
                    <a:lstStyle/>
                    <a:p>
                      <a:pPr algn="r"/>
                      <a:r>
                        <a:rPr lang="en-US" sz="800" dirty="0"/>
                        <a:t>10.0%</a:t>
                      </a:r>
                    </a:p>
                  </a:txBody>
                  <a:tcPr marL="45720" marR="45720" marT="22860" marB="22860"/>
                </a:tc>
                <a:tc>
                  <a:txBody>
                    <a:bodyPr/>
                    <a:lstStyle/>
                    <a:p>
                      <a:pPr algn="r"/>
                      <a:r>
                        <a:rPr lang="en-US" sz="800" dirty="0"/>
                        <a:t>16.1 / 20.3</a:t>
                      </a:r>
                    </a:p>
                  </a:txBody>
                  <a:tcPr marL="45720" marR="45720" marT="22860" marB="22860"/>
                </a:tc>
                <a:tc>
                  <a:txBody>
                    <a:bodyPr/>
                    <a:lstStyle/>
                    <a:p>
                      <a:pPr algn="r"/>
                      <a:r>
                        <a:rPr lang="en-US" sz="800" dirty="0"/>
                        <a:t>0.87 (+0.02)</a:t>
                      </a:r>
                    </a:p>
                  </a:txBody>
                  <a:tcPr marL="45720" marR="45720" marT="22860" marB="22860"/>
                </a:tc>
                <a:tc>
                  <a:txBody>
                    <a:bodyPr/>
                    <a:lstStyle/>
                    <a:p>
                      <a:pPr algn="r"/>
                      <a:r>
                        <a:rPr lang="en-US" sz="800" dirty="0"/>
                        <a:t>59</a:t>
                      </a:r>
                    </a:p>
                  </a:txBody>
                  <a:tcPr marL="45720" marR="45720" marT="22860" marB="22860"/>
                </a:tc>
              </a:tr>
              <a:tr h="230229">
                <a:tc>
                  <a:txBody>
                    <a:bodyPr/>
                    <a:lstStyle/>
                    <a:p>
                      <a:r>
                        <a:rPr lang="en-US" sz="800" dirty="0"/>
                        <a:t>DAL</a:t>
                      </a:r>
                    </a:p>
                  </a:txBody>
                  <a:tcPr marL="45720" marR="45720" marT="22860" marB="22860"/>
                </a:tc>
                <a:tc>
                  <a:txBody>
                    <a:bodyPr/>
                    <a:lstStyle/>
                    <a:p>
                      <a:r>
                        <a:rPr lang="en-US" sz="800" dirty="0"/>
                        <a:t>Delta Air Lines Inc</a:t>
                      </a:r>
                    </a:p>
                  </a:txBody>
                  <a:tcPr marL="45720" marR="45720" marT="22860" marB="22860"/>
                </a:tc>
                <a:tc>
                  <a:txBody>
                    <a:bodyPr/>
                    <a:lstStyle/>
                    <a:p>
                      <a:r>
                        <a:rPr lang="en-US" sz="800" dirty="0"/>
                        <a:t>Airlines</a:t>
                      </a:r>
                    </a:p>
                  </a:txBody>
                  <a:tcPr marL="45720" marR="45720" marT="22860" marB="22860"/>
                </a:tc>
                <a:tc>
                  <a:txBody>
                    <a:bodyPr/>
                    <a:lstStyle/>
                    <a:p>
                      <a:pPr algn="r"/>
                      <a:r>
                        <a:rPr lang="en-US" sz="800" dirty="0"/>
                        <a:t>10.0%</a:t>
                      </a:r>
                    </a:p>
                  </a:txBody>
                  <a:tcPr marL="45720" marR="45720" marT="22860" marB="22860"/>
                </a:tc>
                <a:tc>
                  <a:txBody>
                    <a:bodyPr/>
                    <a:lstStyle/>
                    <a:p>
                      <a:pPr algn="r"/>
                      <a:r>
                        <a:rPr lang="en-US" sz="800" dirty="0"/>
                        <a:t>13.1 / 23.0</a:t>
                      </a:r>
                    </a:p>
                  </a:txBody>
                  <a:tcPr marL="45720" marR="45720" marT="22860" marB="22860"/>
                </a:tc>
                <a:tc>
                  <a:txBody>
                    <a:bodyPr/>
                    <a:lstStyle/>
                    <a:p>
                      <a:pPr algn="r"/>
                      <a:r>
                        <a:rPr lang="en-US" sz="800" dirty="0"/>
                        <a:t>0.80 (+0.04)</a:t>
                      </a:r>
                    </a:p>
                  </a:txBody>
                  <a:tcPr marL="45720" marR="45720" marT="22860" marB="22860"/>
                </a:tc>
                <a:tc>
                  <a:txBody>
                    <a:bodyPr/>
                    <a:lstStyle/>
                    <a:p>
                      <a:pPr algn="r"/>
                      <a:r>
                        <a:rPr lang="en-US" sz="800" dirty="0"/>
                        <a:t>37</a:t>
                      </a:r>
                    </a:p>
                  </a:txBody>
                  <a:tcPr marL="45720" marR="45720" marT="22860" marB="22860"/>
                </a:tc>
              </a:tr>
              <a:tr h="230229">
                <a:tc>
                  <a:txBody>
                    <a:bodyPr/>
                    <a:lstStyle/>
                    <a:p>
                      <a:r>
                        <a:rPr lang="en-US" sz="800" dirty="0"/>
                        <a:t>NVDA</a:t>
                      </a:r>
                    </a:p>
                  </a:txBody>
                  <a:tcPr marL="45720" marR="45720" marT="22860" marB="22860"/>
                </a:tc>
                <a:tc>
                  <a:txBody>
                    <a:bodyPr/>
                    <a:lstStyle/>
                    <a:p>
                      <a:r>
                        <a:rPr lang="en-US" sz="800" dirty="0"/>
                        <a:t>NVIDIA Corp</a:t>
                      </a:r>
                    </a:p>
                  </a:txBody>
                  <a:tcPr marL="45720" marR="45720" marT="22860" marB="22860"/>
                </a:tc>
                <a:tc>
                  <a:txBody>
                    <a:bodyPr/>
                    <a:lstStyle/>
                    <a:p>
                      <a:r>
                        <a:rPr lang="en-US" sz="800" dirty="0"/>
                        <a:t>Semiconductors</a:t>
                      </a:r>
                    </a:p>
                  </a:txBody>
                  <a:tcPr marL="45720" marR="45720" marT="22860" marB="22860"/>
                </a:tc>
                <a:tc>
                  <a:txBody>
                    <a:bodyPr/>
                    <a:lstStyle/>
                    <a:p>
                      <a:pPr algn="r"/>
                      <a:r>
                        <a:rPr lang="en-US" sz="800" dirty="0"/>
                        <a:t>10.0%</a:t>
                      </a:r>
                    </a:p>
                  </a:txBody>
                  <a:tcPr marL="45720" marR="45720" marT="22860" marB="22860"/>
                </a:tc>
                <a:tc>
                  <a:txBody>
                    <a:bodyPr/>
                    <a:lstStyle/>
                    <a:p>
                      <a:pPr algn="r"/>
                      <a:r>
                        <a:rPr lang="en-US" sz="800" dirty="0"/>
                        <a:t>28.0 / 36.1</a:t>
                      </a:r>
                    </a:p>
                  </a:txBody>
                  <a:tcPr marL="45720" marR="45720" marT="22860" marB="22860"/>
                </a:tc>
                <a:tc>
                  <a:txBody>
                    <a:bodyPr/>
                    <a:lstStyle/>
                    <a:p>
                      <a:pPr algn="r"/>
                      <a:r>
                        <a:rPr lang="en-US" sz="800" dirty="0"/>
                        <a:t>0.90 (+0.09)</a:t>
                      </a:r>
                    </a:p>
                  </a:txBody>
                  <a:tcPr marL="45720" marR="45720" marT="22860" marB="22860"/>
                </a:tc>
                <a:tc>
                  <a:txBody>
                    <a:bodyPr/>
                    <a:lstStyle/>
                    <a:p>
                      <a:pPr algn="r"/>
                      <a:r>
                        <a:rPr lang="en-US" sz="800" dirty="0"/>
                        <a:t>59</a:t>
                      </a:r>
                    </a:p>
                  </a:txBody>
                  <a:tcPr marL="45720" marR="45720" marT="22860" marB="22860"/>
                </a:tc>
              </a:tr>
              <a:tr h="230229">
                <a:tc>
                  <a:txBody>
                    <a:bodyPr/>
                    <a:lstStyle/>
                    <a:p>
                      <a:r>
                        <a:rPr lang="en-US" sz="800" dirty="0"/>
                        <a:t>SPG</a:t>
                      </a:r>
                    </a:p>
                  </a:txBody>
                  <a:tcPr marL="45720" marR="45720" marT="22860" marB="22860"/>
                </a:tc>
                <a:tc>
                  <a:txBody>
                    <a:bodyPr/>
                    <a:lstStyle/>
                    <a:p>
                      <a:r>
                        <a:rPr lang="en-US" sz="800" dirty="0"/>
                        <a:t>Simon Property Group Inc</a:t>
                      </a:r>
                    </a:p>
                  </a:txBody>
                  <a:tcPr marL="45720" marR="45720" marT="22860" marB="22860"/>
                </a:tc>
                <a:tc>
                  <a:txBody>
                    <a:bodyPr/>
                    <a:lstStyle/>
                    <a:p>
                      <a:r>
                        <a:rPr lang="en-US" sz="800" dirty="0"/>
                        <a:t>Real Estate</a:t>
                      </a:r>
                    </a:p>
                  </a:txBody>
                  <a:tcPr marL="45720" marR="45720" marT="22860" marB="22860"/>
                </a:tc>
                <a:tc>
                  <a:txBody>
                    <a:bodyPr/>
                    <a:lstStyle/>
                    <a:p>
                      <a:pPr algn="r"/>
                      <a:r>
                        <a:rPr lang="en-US" sz="800" dirty="0"/>
                        <a:t>10.0%</a:t>
                      </a:r>
                    </a:p>
                  </a:txBody>
                  <a:tcPr marL="45720" marR="45720" marT="22860" marB="22860"/>
                </a:tc>
                <a:tc>
                  <a:txBody>
                    <a:bodyPr/>
                    <a:lstStyle/>
                    <a:p>
                      <a:pPr algn="r"/>
                      <a:r>
                        <a:rPr lang="en-US" sz="800" dirty="0"/>
                        <a:t>14.8 / 36.1</a:t>
                      </a:r>
                    </a:p>
                  </a:txBody>
                  <a:tcPr marL="45720" marR="45720" marT="22860" marB="22860"/>
                </a:tc>
                <a:tc>
                  <a:txBody>
                    <a:bodyPr/>
                    <a:lstStyle/>
                    <a:p>
                      <a:pPr algn="r"/>
                      <a:r>
                        <a:rPr lang="en-US" sz="800" dirty="0"/>
                        <a:t>0.81 (+0.03)</a:t>
                      </a:r>
                    </a:p>
                  </a:txBody>
                  <a:tcPr marL="45720" marR="45720" marT="22860" marB="22860"/>
                </a:tc>
                <a:tc>
                  <a:txBody>
                    <a:bodyPr/>
                    <a:lstStyle/>
                    <a:p>
                      <a:pPr algn="r"/>
                      <a:r>
                        <a:rPr lang="en-US" sz="800" dirty="0"/>
                        <a:t>35</a:t>
                      </a:r>
                    </a:p>
                  </a:txBody>
                  <a:tcPr marL="45720" marR="45720" marT="22860" marB="22860"/>
                </a:tc>
              </a:tr>
              <a:tr h="230229">
                <a:tc>
                  <a:txBody>
                    <a:bodyPr/>
                    <a:lstStyle/>
                    <a:p>
                      <a:r>
                        <a:rPr lang="en-US" sz="800" dirty="0"/>
                        <a:t>SOLV</a:t>
                      </a:r>
                    </a:p>
                  </a:txBody>
                  <a:tcPr marL="45720" marR="45720" marT="22860" marB="22860"/>
                </a:tc>
                <a:tc>
                  <a:txBody>
                    <a:bodyPr/>
                    <a:lstStyle/>
                    <a:p>
                      <a:r>
                        <a:rPr lang="en-US" sz="800" dirty="0"/>
                        <a:t>Solventum Corp</a:t>
                      </a:r>
                    </a:p>
                  </a:txBody>
                  <a:tcPr marL="45720" marR="45720" marT="22860" marB="22860"/>
                </a:tc>
                <a:tc>
                  <a:txBody>
                    <a:bodyPr/>
                    <a:lstStyle/>
                    <a:p>
                      <a:r>
                        <a:rPr lang="en-US" sz="800" dirty="0"/>
                        <a:t>Health Care</a:t>
                      </a:r>
                    </a:p>
                  </a:txBody>
                  <a:tcPr marL="45720" marR="45720" marT="22860" marB="22860"/>
                </a:tc>
                <a:tc>
                  <a:txBody>
                    <a:bodyPr/>
                    <a:lstStyle/>
                    <a:p>
                      <a:pPr algn="r"/>
                      <a:r>
                        <a:rPr lang="en-US" sz="800" dirty="0"/>
                        <a:t>10.0%</a:t>
                      </a:r>
                    </a:p>
                  </a:txBody>
                  <a:tcPr marL="45720" marR="45720" marT="22860" marB="22860"/>
                </a:tc>
                <a:tc>
                  <a:txBody>
                    <a:bodyPr/>
                    <a:lstStyle/>
                    <a:p>
                      <a:pPr algn="r"/>
                      <a:r>
                        <a:rPr lang="en-US" sz="800" dirty="0"/>
                        <a:t>10.3 / 26.1</a:t>
                      </a:r>
                    </a:p>
                  </a:txBody>
                  <a:tcPr marL="45720" marR="45720" marT="22860" marB="22860"/>
                </a:tc>
                <a:tc>
                  <a:txBody>
                    <a:bodyPr/>
                    <a:lstStyle/>
                    <a:p>
                      <a:pPr algn="r"/>
                      <a:r>
                        <a:rPr lang="en-US" sz="800" dirty="0"/>
                        <a:t>0.67 (+0.06)</a:t>
                      </a:r>
                    </a:p>
                  </a:txBody>
                  <a:tcPr marL="45720" marR="45720" marT="22860" marB="22860"/>
                </a:tc>
                <a:tc>
                  <a:txBody>
                    <a:bodyPr/>
                    <a:lstStyle/>
                    <a:p>
                      <a:pPr algn="r"/>
                      <a:r>
                        <a:rPr lang="en-US" sz="800" dirty="0"/>
                        <a:t>68</a:t>
                      </a:r>
                    </a:p>
                  </a:txBody>
                  <a:tcPr marL="45720" marR="45720" marT="22860" marB="22860"/>
                </a:tc>
              </a:tr>
              <a:tr h="230229">
                <a:tc>
                  <a:txBody>
                    <a:bodyPr/>
                    <a:lstStyle/>
                    <a:p>
                      <a:r>
                        <a:rPr lang="en-US" sz="800" dirty="0"/>
                        <a:t>DVA</a:t>
                      </a:r>
                    </a:p>
                  </a:txBody>
                  <a:tcPr marL="45720" marR="45720" marT="22860" marB="22860"/>
                </a:tc>
                <a:tc>
                  <a:txBody>
                    <a:bodyPr/>
                    <a:lstStyle/>
                    <a:p>
                      <a:r>
                        <a:rPr lang="en-US" sz="800" dirty="0"/>
                        <a:t>DaVita Inc</a:t>
                      </a:r>
                    </a:p>
                  </a:txBody>
                  <a:tcPr marL="45720" marR="45720" marT="22860" marB="22860"/>
                </a:tc>
                <a:tc>
                  <a:txBody>
                    <a:bodyPr/>
                    <a:lstStyle/>
                    <a:p>
                      <a:r>
                        <a:rPr lang="en-US" sz="800" dirty="0"/>
                        <a:t>Health Care</a:t>
                      </a:r>
                    </a:p>
                  </a:txBody>
                  <a:tcPr marL="45720" marR="45720" marT="22860" marB="22860"/>
                </a:tc>
                <a:tc>
                  <a:txBody>
                    <a:bodyPr/>
                    <a:lstStyle/>
                    <a:p>
                      <a:pPr algn="r"/>
                      <a:r>
                        <a:rPr lang="en-US" sz="800" dirty="0"/>
                        <a:t>10.0%</a:t>
                      </a:r>
                    </a:p>
                  </a:txBody>
                  <a:tcPr marL="45720" marR="45720" marT="22860" marB="22860"/>
                </a:tc>
                <a:tc>
                  <a:txBody>
                    <a:bodyPr/>
                    <a:lstStyle/>
                    <a:p>
                      <a:pPr algn="r"/>
                      <a:r>
                        <a:rPr lang="en-US" sz="800" dirty="0"/>
                        <a:t>13.7 / 26.1</a:t>
                      </a:r>
                    </a:p>
                  </a:txBody>
                  <a:tcPr marL="45720" marR="45720" marT="22860" marB="22860"/>
                </a:tc>
                <a:tc>
                  <a:txBody>
                    <a:bodyPr/>
                    <a:lstStyle/>
                    <a:p>
                      <a:pPr algn="r"/>
                      <a:r>
                        <a:rPr lang="en-US" sz="800" dirty="0"/>
                        <a:t>0.59 (+0.22)</a:t>
                      </a:r>
                    </a:p>
                  </a:txBody>
                  <a:tcPr marL="45720" marR="45720" marT="22860" marB="22860"/>
                </a:tc>
                <a:tc>
                  <a:txBody>
                    <a:bodyPr/>
                    <a:lstStyle/>
                    <a:p>
                      <a:pPr algn="r"/>
                      <a:r>
                        <a:rPr lang="en-US" sz="800" dirty="0"/>
                        <a:t>41</a:t>
                      </a:r>
                    </a:p>
                  </a:txBody>
                  <a:tcPr marL="45720" marR="45720" marT="22860" marB="22860"/>
                </a:tc>
              </a:tr>
              <a:tr h="230229">
                <a:tc>
                  <a:txBody>
                    <a:bodyPr/>
                    <a:lstStyle/>
                    <a:p>
                      <a:r>
                        <a:rPr lang="en-US" sz="800" dirty="0"/>
                        <a:t>EXPE</a:t>
                      </a:r>
                    </a:p>
                  </a:txBody>
                  <a:tcPr marL="45720" marR="45720" marT="22860" marB="22860"/>
                </a:tc>
                <a:tc>
                  <a:txBody>
                    <a:bodyPr/>
                    <a:lstStyle/>
                    <a:p>
                      <a:r>
                        <a:rPr lang="en-US" sz="800" dirty="0"/>
                        <a:t>Expedia Group Inc</a:t>
                      </a:r>
                    </a:p>
                  </a:txBody>
                  <a:tcPr marL="45720" marR="45720" marT="22860" marB="22860"/>
                </a:tc>
                <a:tc>
                  <a:txBody>
                    <a:bodyPr/>
                    <a:lstStyle/>
                    <a:p>
                      <a:r>
                        <a:rPr lang="en-US" sz="800" dirty="0"/>
                        <a:t>Hotels, Restaurants &amp; </a:t>
                      </a:r>
                    </a:p>
                  </a:txBody>
                  <a:tcPr marL="45720" marR="45720" marT="22860" marB="22860"/>
                </a:tc>
                <a:tc>
                  <a:txBody>
                    <a:bodyPr/>
                    <a:lstStyle/>
                    <a:p>
                      <a:pPr algn="r"/>
                      <a:r>
                        <a:rPr lang="en-US" sz="800" dirty="0"/>
                        <a:t>10.0%</a:t>
                      </a:r>
                    </a:p>
                  </a:txBody>
                  <a:tcPr marL="45720" marR="45720" marT="22860" marB="22860"/>
                </a:tc>
                <a:tc>
                  <a:txBody>
                    <a:bodyPr/>
                    <a:lstStyle/>
                    <a:p>
                      <a:pPr algn="r"/>
                      <a:r>
                        <a:rPr lang="en-US" sz="800" dirty="0"/>
                        <a:t>18.0 / 19.9</a:t>
                      </a:r>
                    </a:p>
                  </a:txBody>
                  <a:tcPr marL="45720" marR="45720" marT="22860" marB="22860"/>
                </a:tc>
                <a:tc>
                  <a:txBody>
                    <a:bodyPr/>
                    <a:lstStyle/>
                    <a:p>
                      <a:pPr algn="r"/>
                      <a:r>
                        <a:rPr lang="en-US" sz="800" dirty="0"/>
                        <a:t>0.91 (+0.04)</a:t>
                      </a:r>
                    </a:p>
                  </a:txBody>
                  <a:tcPr marL="45720" marR="45720" marT="22860" marB="22860"/>
                </a:tc>
                <a:tc>
                  <a:txBody>
                    <a:bodyPr/>
                    <a:lstStyle/>
                    <a:p>
                      <a:pPr algn="r"/>
                      <a:r>
                        <a:rPr lang="en-US" sz="800" dirty="0"/>
                        <a:t>46</a:t>
                      </a:r>
                    </a:p>
                  </a:txBody>
                  <a:tcPr marL="45720" marR="45720" marT="22860" marB="22860"/>
                </a:tc>
              </a:tr>
              <a:tr h="230229">
                <a:tc>
                  <a:txBody>
                    <a:bodyPr/>
                    <a:lstStyle/>
                    <a:p>
                      <a:r>
                        <a:rPr lang="en-US" sz="800" dirty="0"/>
                        <a:t>GEN</a:t>
                      </a:r>
                    </a:p>
                  </a:txBody>
                  <a:tcPr marL="45720" marR="45720" marT="22860" marB="22860"/>
                </a:tc>
                <a:tc>
                  <a:txBody>
                    <a:bodyPr/>
                    <a:lstStyle/>
                    <a:p>
                      <a:r>
                        <a:rPr lang="en-US" sz="800" dirty="0"/>
                        <a:t>Gen Digital Inc</a:t>
                      </a:r>
                    </a:p>
                  </a:txBody>
                  <a:tcPr marL="45720" marR="45720" marT="22860" marB="22860"/>
                </a:tc>
                <a:tc>
                  <a:txBody>
                    <a:bodyPr/>
                    <a:lstStyle/>
                    <a:p>
                      <a:r>
                        <a:rPr lang="en-US" sz="800" dirty="0"/>
                        <a:t>Technology</a:t>
                      </a:r>
                    </a:p>
                  </a:txBody>
                  <a:tcPr marL="45720" marR="45720" marT="22860" marB="22860"/>
                </a:tc>
                <a:tc>
                  <a:txBody>
                    <a:bodyPr/>
                    <a:lstStyle/>
                    <a:p>
                      <a:pPr algn="r"/>
                      <a:r>
                        <a:rPr lang="en-US" sz="800" dirty="0"/>
                        <a:t>4.9%</a:t>
                      </a:r>
                    </a:p>
                  </a:txBody>
                  <a:tcPr marL="45720" marR="45720" marT="22860" marB="22860"/>
                </a:tc>
                <a:tc>
                  <a:txBody>
                    <a:bodyPr/>
                    <a:lstStyle/>
                    <a:p>
                      <a:pPr algn="r"/>
                      <a:r>
                        <a:rPr lang="en-US" sz="800" dirty="0"/>
                        <a:t>17.7 / 27.7</a:t>
                      </a:r>
                    </a:p>
                  </a:txBody>
                  <a:tcPr marL="45720" marR="45720" marT="22860" marB="22860"/>
                </a:tc>
                <a:tc>
                  <a:txBody>
                    <a:bodyPr/>
                    <a:lstStyle/>
                    <a:p>
                      <a:pPr algn="r"/>
                      <a:r>
                        <a:rPr lang="en-US" sz="800" dirty="0"/>
                        <a:t>0.93 (+0.06)</a:t>
                      </a:r>
                    </a:p>
                  </a:txBody>
                  <a:tcPr marL="45720" marR="45720" marT="22860" marB="22860"/>
                </a:tc>
                <a:tc>
                  <a:txBody>
                    <a:bodyPr/>
                    <a:lstStyle/>
                    <a:p>
                      <a:pPr algn="r"/>
                      <a:r>
                        <a:rPr lang="en-US" sz="800" dirty="0"/>
                        <a:t>67</a:t>
                      </a:r>
                    </a:p>
                  </a:txBody>
                  <a:tcPr marL="45720" marR="45720" marT="22860" marB="22860"/>
                </a:tc>
              </a:tr>
              <a:tr h="230229">
                <a:tc>
                  <a:txBody>
                    <a:bodyPr/>
                    <a:lstStyle/>
                    <a:p>
                      <a:r>
                        <a:rPr lang="en-US" sz="800" dirty="0"/>
                        <a:t>OXY</a:t>
                      </a:r>
                    </a:p>
                  </a:txBody>
                  <a:tcPr marL="45720" marR="45720" marT="22860" marB="22860"/>
                </a:tc>
                <a:tc>
                  <a:txBody>
                    <a:bodyPr/>
                    <a:lstStyle/>
                    <a:p>
                      <a:r>
                        <a:rPr lang="en-US" sz="800" dirty="0"/>
                        <a:t>Occidental Petroleum Cor</a:t>
                      </a:r>
                    </a:p>
                  </a:txBody>
                  <a:tcPr marL="45720" marR="45720" marT="22860" marB="22860"/>
                </a:tc>
                <a:tc>
                  <a:txBody>
                    <a:bodyPr/>
                    <a:lstStyle/>
                    <a:p>
                      <a:r>
                        <a:rPr lang="en-US" sz="800" dirty="0"/>
                        <a:t>Energy</a:t>
                      </a:r>
                    </a:p>
                  </a:txBody>
                  <a:tcPr marL="45720" marR="45720" marT="22860" marB="22860"/>
                </a:tc>
                <a:tc>
                  <a:txBody>
                    <a:bodyPr/>
                    <a:lstStyle/>
                    <a:p>
                      <a:pPr algn="r"/>
                      <a:r>
                        <a:rPr lang="en-US" sz="800" dirty="0"/>
                        <a:t>3.1%</a:t>
                      </a:r>
                    </a:p>
                  </a:txBody>
                  <a:tcPr marL="45720" marR="45720" marT="22860" marB="22860"/>
                </a:tc>
                <a:tc>
                  <a:txBody>
                    <a:bodyPr/>
                    <a:lstStyle/>
                    <a:p>
                      <a:pPr algn="r"/>
                      <a:r>
                        <a:rPr lang="en-US" sz="800" dirty="0"/>
                        <a:t>8.4 / 16.5</a:t>
                      </a:r>
                    </a:p>
                  </a:txBody>
                  <a:tcPr marL="45720" marR="45720" marT="22860" marB="22860"/>
                </a:tc>
                <a:tc>
                  <a:txBody>
                    <a:bodyPr/>
                    <a:lstStyle/>
                    <a:p>
                      <a:pPr algn="r"/>
                      <a:r>
                        <a:rPr lang="en-US" sz="800" dirty="0"/>
                        <a:t>0.66 (+0.04)</a:t>
                      </a:r>
                    </a:p>
                  </a:txBody>
                  <a:tcPr marL="45720" marR="45720" marT="22860" marB="22860"/>
                </a:tc>
                <a:tc>
                  <a:txBody>
                    <a:bodyPr/>
                    <a:lstStyle/>
                    <a:p>
                      <a:pPr algn="r"/>
                      <a:r>
                        <a:rPr lang="en-US" sz="800" dirty="0"/>
                        <a:t>60</a:t>
                      </a:r>
                    </a:p>
                  </a:txBody>
                  <a:tcPr marL="45720" marR="45720" marT="22860" marB="22860"/>
                </a:tc>
              </a:tr>
              <a:tr h="230229">
                <a:tc>
                  <a:txBody>
                    <a:bodyPr/>
                    <a:lstStyle/>
                    <a:p>
                      <a:r>
                        <a:rPr lang="en-US" sz="800" dirty="0"/>
                        <a:t>CI</a:t>
                      </a:r>
                    </a:p>
                  </a:txBody>
                  <a:tcPr marL="45720" marR="45720" marT="22860" marB="22860"/>
                </a:tc>
                <a:tc>
                  <a:txBody>
                    <a:bodyPr/>
                    <a:lstStyle/>
                    <a:p>
                      <a:r>
                        <a:rPr lang="en-US" sz="800" dirty="0"/>
                        <a:t>Cigna Group</a:t>
                      </a:r>
                    </a:p>
                  </a:txBody>
                  <a:tcPr marL="45720" marR="45720" marT="22860" marB="22860"/>
                </a:tc>
                <a:tc>
                  <a:txBody>
                    <a:bodyPr/>
                    <a:lstStyle/>
                    <a:p>
                      <a:r>
                        <a:rPr lang="en-US" sz="800" dirty="0"/>
                        <a:t>Health Care</a:t>
                      </a:r>
                    </a:p>
                  </a:txBody>
                  <a:tcPr marL="45720" marR="45720" marT="22860" marB="22860"/>
                </a:tc>
                <a:tc>
                  <a:txBody>
                    <a:bodyPr/>
                    <a:lstStyle/>
                    <a:p>
                      <a:pPr algn="r"/>
                      <a:r>
                        <a:rPr lang="en-US" sz="800" dirty="0"/>
                        <a:t>2.0%</a:t>
                      </a:r>
                    </a:p>
                  </a:txBody>
                  <a:tcPr marL="45720" marR="45720" marT="22860" marB="22860"/>
                </a:tc>
                <a:tc>
                  <a:txBody>
                    <a:bodyPr/>
                    <a:lstStyle/>
                    <a:p>
                      <a:pPr algn="r"/>
                      <a:r>
                        <a:rPr lang="en-US" sz="800" dirty="0"/>
                        <a:t>11.6 / 26.1</a:t>
                      </a:r>
                    </a:p>
                  </a:txBody>
                  <a:tcPr marL="45720" marR="45720" marT="22860" marB="22860"/>
                </a:tc>
                <a:tc>
                  <a:txBody>
                    <a:bodyPr/>
                    <a:lstStyle/>
                    <a:p>
                      <a:pPr algn="r"/>
                      <a:r>
                        <a:rPr lang="en-US" sz="800" dirty="0"/>
                        <a:t>0.82 (-0.01)</a:t>
                      </a:r>
                    </a:p>
                  </a:txBody>
                  <a:tcPr marL="45720" marR="45720" marT="22860" marB="22860"/>
                </a:tc>
                <a:tc>
                  <a:txBody>
                    <a:bodyPr/>
                    <a:lstStyle/>
                    <a:p>
                      <a:pPr algn="r"/>
                      <a:r>
                        <a:rPr lang="en-US" sz="800" dirty="0"/>
                        <a:t>56</a:t>
                      </a:r>
                    </a:p>
                  </a:txBody>
                  <a:tcPr marL="45720" marR="45720" marT="22860" marB="22860"/>
                </a:tc>
              </a:tr>
              <a:tr h="230229">
                <a:tc>
                  <a:txBody>
                    <a:bodyPr/>
                    <a:lstStyle/>
                    <a:p>
                      <a:r>
                        <a:rPr lang="en-US" sz="800" dirty="0"/>
                        <a:t>FRT</a:t>
                      </a:r>
                    </a:p>
                  </a:txBody>
                  <a:tcPr marL="45720" marR="45720" marT="22860" marB="22860"/>
                </a:tc>
                <a:tc>
                  <a:txBody>
                    <a:bodyPr/>
                    <a:lstStyle/>
                    <a:p>
                      <a:r>
                        <a:rPr lang="en-US" sz="800" dirty="0"/>
                        <a:t>Federal Realty Investmen</a:t>
                      </a:r>
                    </a:p>
                  </a:txBody>
                  <a:tcPr marL="45720" marR="45720" marT="22860" marB="22860"/>
                </a:tc>
                <a:tc>
                  <a:txBody>
                    <a:bodyPr/>
                    <a:lstStyle/>
                    <a:p>
                      <a:r>
                        <a:rPr lang="en-US" sz="800" dirty="0"/>
                        <a:t>Real Estate</a:t>
                      </a:r>
                    </a:p>
                  </a:txBody>
                  <a:tcPr marL="45720" marR="45720" marT="22860" marB="22860"/>
                </a:tc>
                <a:tc>
                  <a:txBody>
                    <a:bodyPr/>
                    <a:lstStyle/>
                    <a:p>
                      <a:pPr algn="r"/>
                      <a:r>
                        <a:rPr lang="en-US" sz="800" dirty="0"/>
                        <a:t>2.0%</a:t>
                      </a:r>
                    </a:p>
                  </a:txBody>
                  <a:tcPr marL="45720" marR="45720" marT="22860" marB="22860"/>
                </a:tc>
                <a:tc>
                  <a:txBody>
                    <a:bodyPr/>
                    <a:lstStyle/>
                    <a:p>
                      <a:pPr algn="r"/>
                      <a:r>
                        <a:rPr lang="en-US" sz="800" dirty="0"/>
                        <a:t>23.5 / 36.1</a:t>
                      </a:r>
                    </a:p>
                  </a:txBody>
                  <a:tcPr marL="45720" marR="45720" marT="22860" marB="22860"/>
                </a:tc>
                <a:tc>
                  <a:txBody>
                    <a:bodyPr/>
                    <a:lstStyle/>
                    <a:p>
                      <a:pPr algn="r"/>
                      <a:r>
                        <a:rPr lang="en-US" sz="800" dirty="0"/>
                        <a:t>0.87 (+0.03)</a:t>
                      </a:r>
                    </a:p>
                  </a:txBody>
                  <a:tcPr marL="45720" marR="45720" marT="22860" marB="22860"/>
                </a:tc>
                <a:tc>
                  <a:txBody>
                    <a:bodyPr/>
                    <a:lstStyle/>
                    <a:p>
                      <a:pPr algn="r"/>
                      <a:r>
                        <a:rPr lang="en-US" sz="800" dirty="0"/>
                        <a:t>42</a:t>
                      </a:r>
                    </a:p>
                  </a:txBody>
                  <a:tcPr marL="45720" marR="45720" marT="22860" marB="22860"/>
                </a:tc>
              </a:tr>
              <a:tr h="230229">
                <a:tc>
                  <a:txBody>
                    <a:bodyPr/>
                    <a:lstStyle/>
                    <a:p>
                      <a:r>
                        <a:rPr lang="en-US" sz="800" dirty="0"/>
                        <a:t>AES</a:t>
                      </a:r>
                    </a:p>
                  </a:txBody>
                  <a:tcPr marL="45720" marR="45720" marT="22860" marB="22860"/>
                </a:tc>
                <a:tc>
                  <a:txBody>
                    <a:bodyPr/>
                    <a:lstStyle/>
                    <a:p>
                      <a:r>
                        <a:rPr lang="en-US" sz="800" dirty="0"/>
                        <a:t>AES Corp</a:t>
                      </a:r>
                    </a:p>
                  </a:txBody>
                  <a:tcPr marL="45720" marR="45720" marT="22860" marB="22860"/>
                </a:tc>
                <a:tc>
                  <a:txBody>
                    <a:bodyPr/>
                    <a:lstStyle/>
                    <a:p>
                      <a:r>
                        <a:rPr lang="en-US" sz="800" dirty="0"/>
                        <a:t>Utilities</a:t>
                      </a:r>
                    </a:p>
                  </a:txBody>
                  <a:tcPr marL="45720" marR="45720" marT="22860" marB="22860"/>
                </a:tc>
                <a:tc>
                  <a:txBody>
                    <a:bodyPr/>
                    <a:lstStyle/>
                    <a:p>
                      <a:pPr algn="r"/>
                      <a:r>
                        <a:rPr lang="en-US" sz="800" dirty="0"/>
                        <a:t>2.0%</a:t>
                      </a:r>
                    </a:p>
                  </a:txBody>
                  <a:tcPr marL="45720" marR="45720" marT="22860" marB="22860"/>
                </a:tc>
                <a:tc>
                  <a:txBody>
                    <a:bodyPr/>
                    <a:lstStyle/>
                    <a:p>
                      <a:pPr algn="r"/>
                      <a:r>
                        <a:rPr lang="en-US" sz="800" dirty="0"/>
                        <a:t>5.6 / 21.0</a:t>
                      </a:r>
                    </a:p>
                  </a:txBody>
                  <a:tcPr marL="45720" marR="45720" marT="22860" marB="22860"/>
                </a:tc>
                <a:tc>
                  <a:txBody>
                    <a:bodyPr/>
                    <a:lstStyle/>
                    <a:p>
                      <a:pPr algn="r"/>
                      <a:r>
                        <a:rPr lang="en-US" sz="800" dirty="0"/>
                        <a:t>0.80 (-0.00)</a:t>
                      </a:r>
                    </a:p>
                  </a:txBody>
                  <a:tcPr marL="45720" marR="45720" marT="22860" marB="22860"/>
                </a:tc>
                <a:tc>
                  <a:txBody>
                    <a:bodyPr/>
                    <a:lstStyle/>
                    <a:p>
                      <a:pPr algn="r"/>
                      <a:r>
                        <a:rPr lang="en-US" sz="800" dirty="0"/>
                        <a:t>55</a:t>
                      </a:r>
                    </a:p>
                  </a:txBody>
                  <a:tcPr marL="45720" marR="45720" marT="22860" marB="22860"/>
                </a:tc>
              </a:tr>
              <a:tr h="230229">
                <a:tc>
                  <a:txBody>
                    <a:bodyPr/>
                    <a:lstStyle/>
                    <a:p>
                      <a:r>
                        <a:rPr lang="en-US" sz="800" dirty="0"/>
                        <a:t>BBY</a:t>
                      </a:r>
                    </a:p>
                  </a:txBody>
                  <a:tcPr marL="45720" marR="45720" marT="22860" marB="22860"/>
                </a:tc>
                <a:tc>
                  <a:txBody>
                    <a:bodyPr/>
                    <a:lstStyle/>
                    <a:p>
                      <a:r>
                        <a:rPr lang="en-US" sz="800" dirty="0"/>
                        <a:t>Best Buy Co Inc</a:t>
                      </a:r>
                    </a:p>
                  </a:txBody>
                  <a:tcPr marL="45720" marR="45720" marT="22860" marB="22860"/>
                </a:tc>
                <a:tc>
                  <a:txBody>
                    <a:bodyPr/>
                    <a:lstStyle/>
                    <a:p>
                      <a:r>
                        <a:rPr lang="en-US" sz="800" dirty="0"/>
                        <a:t>Retail</a:t>
                      </a:r>
                    </a:p>
                  </a:txBody>
                  <a:tcPr marL="45720" marR="45720" marT="22860" marB="22860"/>
                </a:tc>
                <a:tc>
                  <a:txBody>
                    <a:bodyPr/>
                    <a:lstStyle/>
                    <a:p>
                      <a:pPr algn="r"/>
                      <a:r>
                        <a:rPr lang="en-US" sz="800" dirty="0"/>
                        <a:t>2.0%</a:t>
                      </a:r>
                    </a:p>
                  </a:txBody>
                  <a:tcPr marL="45720" marR="45720" marT="22860" marB="22860"/>
                </a:tc>
                <a:tc>
                  <a:txBody>
                    <a:bodyPr/>
                    <a:lstStyle/>
                    <a:p>
                      <a:pPr algn="r"/>
                      <a:r>
                        <a:rPr lang="en-US" sz="800" dirty="0"/>
                        <a:t>14.6 / 20.3</a:t>
                      </a:r>
                    </a:p>
                  </a:txBody>
                  <a:tcPr marL="45720" marR="45720" marT="22860" marB="22860"/>
                </a:tc>
                <a:tc>
                  <a:txBody>
                    <a:bodyPr/>
                    <a:lstStyle/>
                    <a:p>
                      <a:pPr algn="r"/>
                      <a:r>
                        <a:rPr lang="en-US" sz="800" dirty="0"/>
                        <a:t>0.77 (+0.17)</a:t>
                      </a:r>
                    </a:p>
                  </a:txBody>
                  <a:tcPr marL="45720" marR="45720" marT="22860" marB="22860"/>
                </a:tc>
                <a:tc>
                  <a:txBody>
                    <a:bodyPr/>
                    <a:lstStyle/>
                    <a:p>
                      <a:pPr algn="r"/>
                      <a:r>
                        <a:rPr lang="en-US" sz="800" dirty="0"/>
                        <a:t>56</a:t>
                      </a:r>
                    </a:p>
                  </a:txBody>
                  <a:tcPr marL="45720" marR="45720" marT="22860" marB="22860"/>
                </a:tc>
              </a:tr>
              <a:tr h="230229">
                <a:tc>
                  <a:txBody>
                    <a:bodyPr/>
                    <a:lstStyle/>
                    <a:p>
                      <a:r>
                        <a:rPr lang="en-US" sz="800" dirty="0"/>
                        <a:t>EMN</a:t>
                      </a:r>
                    </a:p>
                  </a:txBody>
                  <a:tcPr marL="45720" marR="45720" marT="22860" marB="22860"/>
                </a:tc>
                <a:tc>
                  <a:txBody>
                    <a:bodyPr/>
                    <a:lstStyle/>
                    <a:p>
                      <a:r>
                        <a:rPr lang="en-US" sz="800" dirty="0"/>
                        <a:t>Eastman Chemical Co</a:t>
                      </a:r>
                    </a:p>
                  </a:txBody>
                  <a:tcPr marL="45720" marR="45720" marT="22860" marB="22860"/>
                </a:tc>
                <a:tc>
                  <a:txBody>
                    <a:bodyPr/>
                    <a:lstStyle/>
                    <a:p>
                      <a:r>
                        <a:rPr lang="en-US" sz="800" dirty="0"/>
                        <a:t>Chemicals</a:t>
                      </a:r>
                    </a:p>
                  </a:txBody>
                  <a:tcPr marL="45720" marR="45720" marT="22860" marB="22860"/>
                </a:tc>
                <a:tc>
                  <a:txBody>
                    <a:bodyPr/>
                    <a:lstStyle/>
                    <a:p>
                      <a:pPr algn="r"/>
                      <a:r>
                        <a:rPr lang="en-US" sz="800" dirty="0"/>
                        <a:t>2.0%</a:t>
                      </a:r>
                    </a:p>
                  </a:txBody>
                  <a:tcPr marL="45720" marR="45720" marT="22860" marB="22860"/>
                </a:tc>
                <a:tc>
                  <a:txBody>
                    <a:bodyPr/>
                    <a:lstStyle/>
                    <a:p>
                      <a:pPr algn="r"/>
                      <a:r>
                        <a:rPr lang="en-US" sz="800" dirty="0"/>
                        <a:t>18.4 / 47.6</a:t>
                      </a:r>
                    </a:p>
                  </a:txBody>
                  <a:tcPr marL="45720" marR="45720" marT="22860" marB="22860"/>
                </a:tc>
                <a:tc>
                  <a:txBody>
                    <a:bodyPr/>
                    <a:lstStyle/>
                    <a:p>
                      <a:pPr algn="r"/>
                      <a:r>
                        <a:rPr lang="en-US" sz="800" dirty="0"/>
                        <a:t>0.56 (+0.33)</a:t>
                      </a:r>
                    </a:p>
                  </a:txBody>
                  <a:tcPr marL="45720" marR="45720" marT="22860" marB="22860"/>
                </a:tc>
                <a:tc>
                  <a:txBody>
                    <a:bodyPr/>
                    <a:lstStyle/>
                    <a:p>
                      <a:pPr algn="r"/>
                      <a:r>
                        <a:rPr lang="en-US" sz="800" dirty="0"/>
                        <a:t>45</a:t>
                      </a:r>
                    </a:p>
                  </a:txBody>
                  <a:tcPr marL="45720" marR="45720" marT="22860" marB="22860"/>
                </a:tc>
              </a:tr>
              <a:tr h="230229">
                <a:tc>
                  <a:txBody>
                    <a:bodyPr/>
                    <a:lstStyle/>
                    <a:p>
                      <a:r>
                        <a:rPr lang="en-US" sz="800" dirty="0"/>
                        <a:t>DVN</a:t>
                      </a:r>
                    </a:p>
                  </a:txBody>
                  <a:tcPr marL="45720" marR="45720" marT="22860" marB="22860"/>
                </a:tc>
                <a:tc>
                  <a:txBody>
                    <a:bodyPr/>
                    <a:lstStyle/>
                    <a:p>
                      <a:r>
                        <a:rPr lang="en-US" sz="800" dirty="0"/>
                        <a:t>Devon Energy Corp</a:t>
                      </a:r>
                    </a:p>
                  </a:txBody>
                  <a:tcPr marL="45720" marR="45720" marT="22860" marB="22860"/>
                </a:tc>
                <a:tc>
                  <a:txBody>
                    <a:bodyPr/>
                    <a:lstStyle/>
                    <a:p>
                      <a:r>
                        <a:rPr lang="en-US" sz="800" dirty="0"/>
                        <a:t>Energy</a:t>
                      </a:r>
                    </a:p>
                  </a:txBody>
                  <a:tcPr marL="45720" marR="45720" marT="22860" marB="22860"/>
                </a:tc>
                <a:tc>
                  <a:txBody>
                    <a:bodyPr/>
                    <a:lstStyle/>
                    <a:p>
                      <a:pPr algn="r"/>
                      <a:r>
                        <a:rPr lang="en-US" sz="800" dirty="0"/>
                        <a:t>2.0%</a:t>
                      </a:r>
                    </a:p>
                  </a:txBody>
                  <a:tcPr marL="45720" marR="45720" marT="22860" marB="22860"/>
                </a:tc>
                <a:tc>
                  <a:txBody>
                    <a:bodyPr/>
                    <a:lstStyle/>
                    <a:p>
                      <a:pPr algn="r"/>
                      <a:r>
                        <a:rPr lang="en-US" sz="800" dirty="0"/>
                        <a:t>16.4 / 16.5</a:t>
                      </a:r>
                    </a:p>
                  </a:txBody>
                  <a:tcPr marL="45720" marR="45720" marT="22860" marB="22860"/>
                </a:tc>
                <a:tc>
                  <a:txBody>
                    <a:bodyPr/>
                    <a:lstStyle/>
                    <a:p>
                      <a:pPr algn="r"/>
                      <a:r>
                        <a:rPr lang="en-US" sz="800" dirty="0"/>
                        <a:t>0.88 (+0.07)</a:t>
                      </a:r>
                    </a:p>
                  </a:txBody>
                  <a:tcPr marL="45720" marR="45720" marT="22860" marB="22860"/>
                </a:tc>
                <a:tc>
                  <a:txBody>
                    <a:bodyPr/>
                    <a:lstStyle/>
                    <a:p>
                      <a:pPr algn="r"/>
                      <a:r>
                        <a:rPr lang="en-US" sz="800" dirty="0"/>
                        <a:t>62</a:t>
                      </a:r>
                    </a:p>
                  </a:txBody>
                  <a:tcPr marL="45720" marR="45720" marT="22860" marB="22860"/>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Titel"/>
          <p:cNvSpPr>
            <a:spLocks noGrp="1"/>
          </p:cNvSpPr>
          <p:nvPr>
            <p:ph type="title"/>
          </p:nvPr>
        </p:nvSpPr>
        <p:spPr/>
        <p:txBody>
          <a:bodyPr>
            <a:normAutofit/>
          </a:bodyPr>
          <a:lstStyle/>
          <a:p>
            <a:r>
              <a:rPr lang="en-US" dirty="0"/>
              <a:t>Weights: the optimiser tilts, it does not decide</a:t>
            </a:r>
          </a:p>
        </p:txBody>
      </p:sp>
      <p:graphicFrame>
        <p:nvGraphicFramePr>
          <p:cNvPr id="39" name="Diagramm"/>
          <p:cNvGraphicFramePr/>
          <p:nvPr/>
        </p:nvGraphicFramePr>
        <p:xfrm>
          <a:off x="462019" y="1344613"/>
          <a:ext cx="4319822" cy="3853905"/>
        </p:xfrm>
        <a:graphic>
          <a:graphicData uri="http://schemas.openxmlformats.org/drawingml/2006/chart">
            <c:chart xmlns:c="http://schemas.openxmlformats.org/drawingml/2006/chart" xmlns:r="http://schemas.openxmlformats.org/officeDocument/2006/relationships" r:id="rIdC"/>
          </a:graphicData>
        </a:graphic>
      </p:graphicFrame>
      <p:sp>
        <p:nvSpPr>
          <p:cNvPr id="40" name="Text"/>
          <p:cNvSpPr txBox="1"/>
          <p:nvPr/>
        </p:nvSpPr>
        <p:spPr>
          <a:xfrm>
            <a:off x="4901841" y="1344613"/>
            <a:ext cx="3199822" cy="3853905"/>
          </a:xfrm>
          <a:prstGeom prst="rect">
            <a:avLst/>
          </a:prstGeom>
          <a:noFill/>
          <a:ln>
            <a:noFill/>
          </a:ln>
        </p:spPr>
        <p:txBody>
          <a:bodyPr wrap="square" lIns="91440" tIns="91440" rIns="91440" bIns="91440" anchor="t">
            <a:normAutofit/>
          </a:bodyPr>
          <a:lstStyle/>
          <a:p>
            <a:pPr>
              <a:spcAft>
                <a:spcPts val="400"/>
              </a:spcAft>
            </a:pPr>
            <a:r>
              <a:rPr lang="en-US" sz="1100" dirty="0"/>
              <a:t>Every name that passed the rules is held: 2% floor</a:t>
            </a:r>
          </a:p>
          <a:p>
            <a:pPr>
              <a:spcAft>
                <a:spcPts val="400"/>
              </a:spcAft>
            </a:pPr>
            <a:r>
              <a:rPr lang="en-US" sz="1100" dirty="0"/>
              <a:t>10% cap per name, at most four per industry</a:t>
            </a:r>
          </a:p>
          <a:p>
            <a:pPr>
              <a:spcAft>
                <a:spcPts val="400"/>
              </a:spcAft>
            </a:pPr>
            <a:r>
              <a:rPr lang="en-US" sz="1100" dirty="0"/>
              <a:t>Without the floor the max-Sharpe optimiser put ten names at the cap and nine at zero — a bet on last year's winners, not the thesis</a:t>
            </a:r>
          </a:p>
          <a:p>
            <a:pPr>
              <a:spcAft>
                <a:spcPts val="400"/>
              </a:spcAft>
            </a:pPr>
            <a:r>
              <a:rPr lang="en-US" sz="1100" dirty="0"/>
              <a:t>Where max-Sharpe and min-variance agree (ALL, INCY, SPG, OXY) the position is robust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Titel"/>
          <p:cNvSpPr>
            <a:spLocks noGrp="1"/>
          </p:cNvSpPr>
          <p:nvPr>
            <p:ph type="title"/>
          </p:nvPr>
        </p:nvSpPr>
        <p:spPr/>
        <p:txBody>
          <a:bodyPr>
            <a:normAutofit/>
          </a:bodyPr>
          <a:lstStyle/>
          <a:p>
            <a:r>
              <a:rPr lang="en-US" dirty="0"/>
              <a:t>The two methods taught, side by side</a:t>
            </a:r>
          </a:p>
        </p:txBody>
      </p:sp>
      <p:graphicFrame>
        <p:nvGraphicFramePr>
          <p:cNvPr id="42" name="Tabelle"/>
          <p:cNvGraphicFramePr>
            <a:graphicFrameLocks noGrp="1"/>
          </p:cNvGraphicFramePr>
          <p:nvPr/>
        </p:nvGraphicFramePr>
        <p:xfrm>
          <a:off x="462019" y="1344613"/>
          <a:ext cx="4219822" cy="1900000"/>
        </p:xfrm>
        <a:graphic>
          <a:graphicData uri="http://schemas.openxmlformats.org/drawingml/2006/table">
            <a:tbl>
              <a:tblPr firstRow="1" bandRow="1">
                <a:tableStyleId>{5C22544A-7EE6-4342-B048-85BDC9FD1C3A}</a:tableStyleId>
              </a:tblPr>
              <a:tblGrid>
                <a:gridCol w="1824787"/>
                <a:gridCol w="912393"/>
                <a:gridCol w="798344"/>
                <a:gridCol w="684295"/>
              </a:tblGrid>
              <a:tr h="380000">
                <a:tc>
                  <a:txBody>
                    <a:bodyPr/>
                    <a:lstStyle/>
                    <a:p>
                      <a:r>
                        <a:rPr lang="en-US" sz="1000" b="1" dirty="0"/>
                        <a:t>Method</a:t>
                      </a:r>
                    </a:p>
                  </a:txBody>
                  <a:tcPr marL="45720" marR="45720" marT="22860" marB="22860"/>
                </a:tc>
                <a:tc>
                  <a:txBody>
                    <a:bodyPr/>
                    <a:lstStyle/>
                    <a:p>
                      <a:r>
                        <a:rPr lang="en-US" sz="1000" b="1" dirty="0"/>
                        <a:t>Expected return</a:t>
                      </a:r>
                    </a:p>
                  </a:txBody>
                  <a:tcPr marL="45720" marR="45720" marT="22860" marB="22860"/>
                </a:tc>
                <a:tc>
                  <a:txBody>
                    <a:bodyPr/>
                    <a:lstStyle/>
                    <a:p>
                      <a:r>
                        <a:rPr lang="en-US" sz="1000" b="1" dirty="0"/>
                        <a:t>Volatility</a:t>
                      </a:r>
                    </a:p>
                  </a:txBody>
                  <a:tcPr marL="45720" marR="45720" marT="22860" marB="22860"/>
                </a:tc>
                <a:tc>
                  <a:txBody>
                    <a:bodyPr/>
                    <a:lstStyle/>
                    <a:p>
                      <a:r>
                        <a:rPr lang="en-US" sz="1000" b="1" dirty="0"/>
                        <a:t>Sharpe</a:t>
                      </a:r>
                    </a:p>
                  </a:txBody>
                  <a:tcPr marL="45720" marR="45720" marT="22860" marB="22860"/>
                </a:tc>
              </a:tr>
              <a:tr h="380000">
                <a:tc>
                  <a:txBody>
                    <a:bodyPr/>
                    <a:lstStyle/>
                    <a:p>
                      <a:r>
                        <a:rPr lang="en-US" sz="1000" dirty="0"/>
                        <a:t>Maximum Sharpe ratio (chosen)</a:t>
                      </a:r>
                    </a:p>
                  </a:txBody>
                  <a:tcPr marL="45720" marR="45720" marT="22860" marB="22860"/>
                </a:tc>
                <a:tc>
                  <a:txBody>
                    <a:bodyPr/>
                    <a:lstStyle/>
                    <a:p>
                      <a:pPr algn="r"/>
                      <a:r>
                        <a:rPr lang="en-US" sz="1000" dirty="0"/>
                        <a:t>19.1%</a:t>
                      </a:r>
                    </a:p>
                  </a:txBody>
                  <a:tcPr marL="45720" marR="45720" marT="22860" marB="22860"/>
                </a:tc>
                <a:tc>
                  <a:txBody>
                    <a:bodyPr/>
                    <a:lstStyle/>
                    <a:p>
                      <a:pPr algn="r"/>
                      <a:r>
                        <a:rPr lang="en-US" sz="1000" dirty="0"/>
                        <a:t>19.0%</a:t>
                      </a:r>
                    </a:p>
                  </a:txBody>
                  <a:tcPr marL="45720" marR="45720" marT="22860" marB="22860"/>
                </a:tc>
                <a:tc>
                  <a:txBody>
                    <a:bodyPr/>
                    <a:lstStyle/>
                    <a:p>
                      <a:pPr algn="r"/>
                      <a:r>
                        <a:rPr lang="en-US" sz="1000" dirty="0"/>
                        <a:t>0.79</a:t>
                      </a:r>
                    </a:p>
                  </a:txBody>
                  <a:tcPr marL="45720" marR="45720" marT="22860" marB="22860"/>
                </a:tc>
              </a:tr>
              <a:tr h="380000">
                <a:tc>
                  <a:txBody>
                    <a:bodyPr/>
                    <a:lstStyle/>
                    <a:p>
                      <a:r>
                        <a:rPr lang="en-US" sz="1000" dirty="0"/>
                        <a:t>Minimum variance</a:t>
                      </a:r>
                    </a:p>
                  </a:txBody>
                  <a:tcPr marL="45720" marR="45720" marT="22860" marB="22860"/>
                </a:tc>
                <a:tc>
                  <a:txBody>
                    <a:bodyPr/>
                    <a:lstStyle/>
                    <a:p>
                      <a:pPr algn="r"/>
                      <a:r>
                        <a:rPr lang="en-US" sz="1000" dirty="0"/>
                        <a:t>10.5%</a:t>
                      </a:r>
                    </a:p>
                  </a:txBody>
                  <a:tcPr marL="45720" marR="45720" marT="22860" marB="22860"/>
                </a:tc>
                <a:tc>
                  <a:txBody>
                    <a:bodyPr/>
                    <a:lstStyle/>
                    <a:p>
                      <a:pPr algn="r"/>
                      <a:r>
                        <a:rPr lang="en-US" sz="1000" dirty="0"/>
                        <a:t>16.0%</a:t>
                      </a:r>
                    </a:p>
                  </a:txBody>
                  <a:tcPr marL="45720" marR="45720" marT="22860" marB="22860"/>
                </a:tc>
                <a:tc>
                  <a:txBody>
                    <a:bodyPr/>
                    <a:lstStyle/>
                    <a:p>
                      <a:pPr algn="r"/>
                      <a:r>
                        <a:rPr lang="en-US" sz="1000" dirty="0"/>
                        <a:t>0.41</a:t>
                      </a:r>
                    </a:p>
                  </a:txBody>
                  <a:tcPr marL="45720" marR="45720" marT="22860" marB="22860"/>
                </a:tc>
              </a:tr>
              <a:tr h="380000">
                <a:tc>
                  <a:txBody>
                    <a:bodyPr/>
                    <a:lstStyle/>
                    <a:p>
                      <a:r>
                        <a:rPr lang="en-US" sz="1000" dirty="0"/>
                        <a:t>Equal weight (baseline)</a:t>
                      </a:r>
                    </a:p>
                  </a:txBody>
                  <a:tcPr marL="45720" marR="45720" marT="22860" marB="22860"/>
                </a:tc>
                <a:tc>
                  <a:txBody>
                    <a:bodyPr/>
                    <a:lstStyle/>
                    <a:p>
                      <a:pPr algn="r"/>
                      <a:r>
                        <a:rPr lang="en-US" sz="1000" dirty="0"/>
                        <a:t>10.4%</a:t>
                      </a:r>
                    </a:p>
                  </a:txBody>
                  <a:tcPr marL="45720" marR="45720" marT="22860" marB="22860"/>
                </a:tc>
                <a:tc>
                  <a:txBody>
                    <a:bodyPr/>
                    <a:lstStyle/>
                    <a:p>
                      <a:pPr algn="r"/>
                      <a:r>
                        <a:rPr lang="en-US" sz="1000" dirty="0"/>
                        <a:t>18.1%</a:t>
                      </a:r>
                    </a:p>
                  </a:txBody>
                  <a:tcPr marL="45720" marR="45720" marT="22860" marB="22860"/>
                </a:tc>
                <a:tc>
                  <a:txBody>
                    <a:bodyPr/>
                    <a:lstStyle/>
                    <a:p>
                      <a:pPr algn="r"/>
                      <a:r>
                        <a:rPr lang="en-US" sz="1000" dirty="0"/>
                        <a:t>0.35</a:t>
                      </a:r>
                    </a:p>
                  </a:txBody>
                  <a:tcPr marL="45720" marR="45720" marT="22860" marB="22860"/>
                </a:tc>
              </a:tr>
              <a:tr h="380000">
                <a:tc>
                  <a:txBody>
                    <a:bodyPr/>
                    <a:lstStyle/>
                    <a:p>
                      <a:r>
                        <a:rPr lang="en-US" sz="1000" dirty="0"/>
                        <a:t>SPY, same window</a:t>
                      </a:r>
                    </a:p>
                  </a:txBody>
                  <a:tcPr marL="45720" marR="45720" marT="22860" marB="22860"/>
                </a:tc>
                <a:tc>
                  <a:txBody>
                    <a:bodyPr/>
                    <a:lstStyle/>
                    <a:p>
                      <a:pPr algn="r"/>
                      <a:r>
                        <a:rPr lang="en-US" sz="1000" dirty="0"/>
                        <a:t>15.8%</a:t>
                      </a:r>
                    </a:p>
                  </a:txBody>
                  <a:tcPr marL="45720" marR="45720" marT="22860" marB="22860"/>
                </a:tc>
                <a:tc>
                  <a:txBody>
                    <a:bodyPr/>
                    <a:lstStyle/>
                    <a:p>
                      <a:pPr algn="r"/>
                      <a:r>
                        <a:rPr lang="en-US" sz="1000" dirty="0"/>
                        <a:t>16.5%</a:t>
                      </a:r>
                    </a:p>
                  </a:txBody>
                  <a:tcPr marL="45720" marR="45720" marT="22860" marB="22860"/>
                </a:tc>
                <a:tc>
                  <a:txBody>
                    <a:bodyPr/>
                    <a:lstStyle/>
                    <a:p>
                      <a:pPr algn="r"/>
                      <a:r>
                        <a:rPr lang="en-US" sz="1000" dirty="0"/>
                        <a:t>0.72</a:t>
                      </a:r>
                    </a:p>
                  </a:txBody>
                  <a:tcPr marL="45720" marR="45720" marT="22860" marB="22860"/>
                </a:tc>
              </a:tr>
            </a:tbl>
          </a:graphicData>
        </a:graphic>
      </p:graphicFrame>
      <p:sp>
        <p:nvSpPr>
          <p:cNvPr id="43" name="Text"/>
          <p:cNvSpPr txBox="1"/>
          <p:nvPr/>
        </p:nvSpPr>
        <p:spPr>
          <a:xfrm>
            <a:off x="4801841" y="1344613"/>
            <a:ext cx="3299822" cy="3853905"/>
          </a:xfrm>
          <a:prstGeom prst="roundRect">
            <a:avLst/>
          </a:prstGeom>
          <a:noFill/>
          <a:ln w="9525">
            <a:solidFill>
              <a:schemeClr val="accent3"/>
            </a:solidFill>
          </a:ln>
        </p:spPr>
        <p:txBody>
          <a:bodyPr wrap="square" lIns="91440" tIns="91440" rIns="91440" bIns="91440" anchor="t">
            <a:normAutofit/>
          </a:bodyPr>
          <a:lstStyle/>
          <a:p>
            <a:pPr>
              <a:spcAft>
                <a:spcPts val="600"/>
              </a:spcAft>
            </a:pPr>
            <a:r>
              <a:rPr lang="en-US" sz="1300" b="1" dirty="0">
                <a:solidFill>
                  <a:schemeClr val="accent4"/>
                </a:solidFill>
              </a:rPr>
              <a:t>Read this honestly</a:t>
            </a:r>
          </a:p>
          <a:p>
            <a:pPr>
              <a:spcAft>
                <a:spcPts val="400"/>
              </a:spcAft>
            </a:pPr>
            <a:r>
              <a:rPr lang="en-US" sz="1100" dirty="0"/>
              <a:t>504 trading days ending 2026-09-03; risk-free 4%</a:t>
            </a:r>
          </a:p>
          <a:p>
            <a:pPr>
              <a:spcAft>
                <a:spcPts val="400"/>
              </a:spcAft>
            </a:pPr>
            <a:r>
              <a:rPr lang="en-US" sz="1100" dirty="0"/>
              <a:t>Weights were fitted on the same window they are measured on — this is the fit, not a forecast</a:t>
            </a:r>
          </a:p>
          <a:p>
            <a:pPr>
              <a:spcAft>
                <a:spcPts val="400"/>
              </a:spcAft>
            </a:pPr>
            <a:r>
              <a:rPr lang="en-US" sz="1100" dirty="0"/>
              <a:t>Expected returns are historical means, the weakest input in mean-variance work; that is why min-variance is shown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Titel"/>
          <p:cNvSpPr>
            <a:spLocks noGrp="1"/>
          </p:cNvSpPr>
          <p:nvPr>
            <p:ph type="title"/>
          </p:nvPr>
        </p:nvSpPr>
        <p:spPr/>
        <p:txBody>
          <a:bodyPr>
            <a:normAutofit/>
          </a:bodyPr>
          <a:lstStyle/>
          <a:p>
            <a:r>
              <a:rPr lang="en-US" dirty="0"/>
              <a:t>The application (live demo)</a:t>
            </a:r>
          </a:p>
        </p:txBody>
      </p:sp>
      <p:sp>
        <p:nvSpPr>
          <p:cNvPr id="45" name="Text"/>
          <p:cNvSpPr txBox="1"/>
          <p:nvPr/>
        </p:nvSpPr>
        <p:spPr>
          <a:xfrm>
            <a:off x="462019" y="1304613"/>
            <a:ext cx="7759644" cy="330000"/>
          </a:xfrm>
          <a:prstGeom prst="rect">
            <a:avLst/>
          </a:prstGeom>
          <a:noFill/>
          <a:ln>
            <a:noFill/>
          </a:ln>
        </p:spPr>
        <p:txBody>
          <a:bodyPr wrap="square" lIns="91440" tIns="91440" rIns="91440" bIns="91440" anchor="t">
            <a:normAutofit/>
          </a:bodyPr>
          <a:lstStyle/>
          <a:p>
            <a:r>
              <a:rPr lang="en-US" sz="1200" b="1" dirty="0">
                <a:solidFill>
                  <a:schemeClr val="accent1"/>
                </a:solidFill>
              </a:rPr>
              <a:t>https://jakobhofer-kg16.github.io/equity-lens/#/portfolio</a:t>
            </a:r>
          </a:p>
        </p:txBody>
      </p:sp>
      <p:sp>
        <p:nvSpPr>
          <p:cNvPr id="46" name="Text"/>
          <p:cNvSpPr txBox="1"/>
          <p:nvPr/>
        </p:nvSpPr>
        <p:spPr>
          <a:xfrm>
            <a:off x="462019" y="1674613"/>
            <a:ext cx="3819822" cy="1094635"/>
          </a:xfrm>
          <a:prstGeom prst="roundRect">
            <a:avLst/>
          </a:prstGeom>
          <a:noFill/>
          <a:ln w="9525">
            <a:solidFill>
              <a:schemeClr val="accent3"/>
            </a:solidFill>
          </a:ln>
        </p:spPr>
        <p:txBody>
          <a:bodyPr wrap="square" lIns="91440" tIns="91440" rIns="91440" bIns="91440" anchor="t">
            <a:normAutofit/>
          </a:bodyPr>
          <a:lstStyle/>
          <a:p>
            <a:pPr>
              <a:spcAft>
                <a:spcPts val="300"/>
              </a:spcAft>
            </a:pPr>
            <a:r>
              <a:rPr lang="en-US" sz="1200" b="1" dirty="0">
                <a:solidFill>
                  <a:schemeClr val="accent4"/>
                </a:solidFill>
              </a:rPr>
              <a:t>1  On load</a:t>
            </a:r>
          </a:p>
          <a:p>
            <a:r>
              <a:rPr lang="en-US" sz="1000" dirty="0"/>
              <a:t>Live quote for all holdings from Finnhub; failures shown as “stale”, never hidden</a:t>
            </a:r>
          </a:p>
        </p:txBody>
      </p:sp>
      <p:sp>
        <p:nvSpPr>
          <p:cNvPr id="47" name="Text"/>
          <p:cNvSpPr txBox="1"/>
          <p:nvPr/>
        </p:nvSpPr>
        <p:spPr>
          <a:xfrm>
            <a:off x="4401841" y="1674613"/>
            <a:ext cx="3819822" cy="1094635"/>
          </a:xfrm>
          <a:prstGeom prst="roundRect">
            <a:avLst/>
          </a:prstGeom>
          <a:noFill/>
          <a:ln w="9525">
            <a:solidFill>
              <a:schemeClr val="accent3"/>
            </a:solidFill>
          </a:ln>
        </p:spPr>
        <p:txBody>
          <a:bodyPr wrap="square" lIns="91440" tIns="91440" rIns="91440" bIns="91440" anchor="t">
            <a:normAutofit/>
          </a:bodyPr>
          <a:lstStyle/>
          <a:p>
            <a:pPr>
              <a:spcAft>
                <a:spcPts val="300"/>
              </a:spcAft>
            </a:pPr>
            <a:r>
              <a:rPr lang="en-US" sz="1200" b="1" dirty="0">
                <a:solidFill>
                  <a:schemeClr val="accent4"/>
                </a:solidFill>
              </a:rPr>
              <a:t>2  Weights</a:t>
            </a:r>
          </a:p>
          <a:p>
            <a:r>
              <a:rPr lang="en-US" sz="1000" dirty="0"/>
              <a:t>Max-Sharpe, min-variance and equal weight switchable; $1M allocation per name</a:t>
            </a:r>
          </a:p>
        </p:txBody>
      </p:sp>
      <p:sp>
        <p:nvSpPr>
          <p:cNvPr id="48" name="Text"/>
          <p:cNvSpPr txBox="1"/>
          <p:nvPr/>
        </p:nvSpPr>
        <p:spPr>
          <a:xfrm>
            <a:off x="462019" y="2889248"/>
            <a:ext cx="3819822" cy="1094635"/>
          </a:xfrm>
          <a:prstGeom prst="roundRect">
            <a:avLst/>
          </a:prstGeom>
          <a:noFill/>
          <a:ln w="9525">
            <a:solidFill>
              <a:schemeClr val="accent3"/>
            </a:solidFill>
          </a:ln>
        </p:spPr>
        <p:txBody>
          <a:bodyPr wrap="square" lIns="91440" tIns="91440" rIns="91440" bIns="91440" anchor="t">
            <a:normAutofit/>
          </a:bodyPr>
          <a:lstStyle/>
          <a:p>
            <a:pPr>
              <a:spcAft>
                <a:spcPts val="300"/>
              </a:spcAft>
            </a:pPr>
            <a:r>
              <a:rPr lang="en-US" sz="1200" b="1" dirty="0">
                <a:solidFill>
                  <a:schemeClr val="accent4"/>
                </a:solidFill>
              </a:rPr>
              <a:t>3  Signals</a:t>
            </a:r>
          </a:p>
          <a:p>
            <a:r>
              <a:rPr lang="en-US" sz="1000" dirty="0"/>
              <a:t>Golden/death cross, RSI(14), MACD histogram and call tone per holding, dated</a:t>
            </a:r>
          </a:p>
        </p:txBody>
      </p:sp>
      <p:sp>
        <p:nvSpPr>
          <p:cNvPr id="49" name="Text"/>
          <p:cNvSpPr txBox="1"/>
          <p:nvPr/>
        </p:nvSpPr>
        <p:spPr>
          <a:xfrm>
            <a:off x="4401841" y="2889248"/>
            <a:ext cx="3819822" cy="1094635"/>
          </a:xfrm>
          <a:prstGeom prst="roundRect">
            <a:avLst/>
          </a:prstGeom>
          <a:noFill/>
          <a:ln w="9525">
            <a:solidFill>
              <a:schemeClr val="accent3"/>
            </a:solidFill>
          </a:ln>
        </p:spPr>
        <p:txBody>
          <a:bodyPr wrap="square" lIns="91440" tIns="91440" rIns="91440" bIns="91440" anchor="t">
            <a:normAutofit/>
          </a:bodyPr>
          <a:lstStyle/>
          <a:p>
            <a:pPr>
              <a:spcAft>
                <a:spcPts val="300"/>
              </a:spcAft>
            </a:pPr>
            <a:r>
              <a:rPr lang="en-US" sz="1200" b="1" dirty="0">
                <a:solidFill>
                  <a:schemeClr val="accent4"/>
                </a:solidFill>
              </a:rPr>
              <a:t>4  Commentary</a:t>
            </a:r>
          </a:p>
          <a:p>
            <a:r>
              <a:rPr lang="en-US" sz="1000" dirty="0"/>
              <a:t>Four paragraphs written by the model from live quotes and signals, labelled; without a key a computed summary, no pre-written text</a:t>
            </a:r>
          </a:p>
        </p:txBody>
      </p:sp>
      <p:sp>
        <p:nvSpPr>
          <p:cNvPr id="50" name="Text"/>
          <p:cNvSpPr txBox="1"/>
          <p:nvPr/>
        </p:nvSpPr>
        <p:spPr>
          <a:xfrm>
            <a:off x="462019" y="4103883"/>
            <a:ext cx="3819822" cy="1094635"/>
          </a:xfrm>
          <a:prstGeom prst="roundRect">
            <a:avLst/>
          </a:prstGeom>
          <a:noFill/>
          <a:ln w="9525">
            <a:solidFill>
              <a:schemeClr val="accent3"/>
            </a:solidFill>
          </a:ln>
        </p:spPr>
        <p:txBody>
          <a:bodyPr wrap="square" lIns="91440" tIns="91440" rIns="91440" bIns="91440" anchor="t">
            <a:normAutofit/>
          </a:bodyPr>
          <a:lstStyle/>
          <a:p>
            <a:pPr>
              <a:spcAft>
                <a:spcPts val="300"/>
              </a:spcAft>
            </a:pPr>
            <a:r>
              <a:rPr lang="en-US" sz="1200" b="1" dirty="0">
                <a:solidFill>
                  <a:schemeClr val="accent4"/>
                </a:solidFill>
              </a:rPr>
              <a:t>5  Research</a:t>
            </a:r>
          </a:p>
          <a:p>
            <a:r>
              <a:rPr lang="en-US" sz="1000" dirty="0"/>
              <a:t>Every ticker opens the full dossier: score, chart, peers, analysts, news, call sentiment, track record</a:t>
            </a:r>
          </a:p>
        </p:txBody>
      </p:sp>
      <p:sp>
        <p:nvSpPr>
          <p:cNvPr id="51" name="Text"/>
          <p:cNvSpPr txBox="1"/>
          <p:nvPr/>
        </p:nvSpPr>
        <p:spPr>
          <a:xfrm>
            <a:off x="4401841" y="4103883"/>
            <a:ext cx="3819822" cy="1094635"/>
          </a:xfrm>
          <a:prstGeom prst="roundRect">
            <a:avLst/>
          </a:prstGeom>
          <a:noFill/>
          <a:ln w="9525">
            <a:solidFill>
              <a:schemeClr val="accent3"/>
            </a:solidFill>
          </a:ln>
        </p:spPr>
        <p:txBody>
          <a:bodyPr wrap="square" lIns="91440" tIns="91440" rIns="91440" bIns="91440" anchor="t">
            <a:normAutofit/>
          </a:bodyPr>
          <a:lstStyle/>
          <a:p>
            <a:pPr>
              <a:spcAft>
                <a:spcPts val="300"/>
              </a:spcAft>
            </a:pPr>
            <a:r>
              <a:rPr lang="en-US" sz="1200" b="1" dirty="0">
                <a:solidFill>
                  <a:schemeClr val="accent4"/>
                </a:solidFill>
              </a:rPr>
              <a:t>6  Guardrails</a:t>
            </a:r>
          </a:p>
          <a:p>
            <a:r>
              <a:rPr lang="en-US" sz="1000" dirty="0"/>
              <a:t>No sample data, keys in the browser only, 41 unit tests, GitHub Pages on every push</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Titel"/>
          <p:cNvSpPr>
            <a:spLocks noGrp="1"/>
          </p:cNvSpPr>
          <p:nvPr>
            <p:ph type="title"/>
          </p:nvPr>
        </p:nvSpPr>
        <p:spPr/>
        <p:txBody>
          <a:bodyPr>
            <a:normAutofit/>
          </a:bodyPr>
          <a:lstStyle/>
          <a:p>
            <a:r>
              <a:rPr lang="en-US" dirty="0"/>
              <a:t>Risk factors and what limits them</a:t>
            </a:r>
          </a:p>
        </p:txBody>
      </p:sp>
      <p:sp>
        <p:nvSpPr>
          <p:cNvPr id="53" name="Text"/>
          <p:cNvSpPr txBox="1"/>
          <p:nvPr/>
        </p:nvSpPr>
        <p:spPr>
          <a:xfrm>
            <a:off x="462019" y="1344613"/>
            <a:ext cx="2506548" cy="1866952"/>
          </a:xfrm>
          <a:prstGeom prst="roundRect">
            <a:avLst/>
          </a:prstGeom>
          <a:noFill/>
          <a:ln w="9525">
            <a:solidFill>
              <a:schemeClr val="accent3"/>
            </a:solidFill>
          </a:ln>
        </p:spPr>
        <p:txBody>
          <a:bodyPr wrap="square" lIns="91440" tIns="91440" rIns="91440" bIns="91440" anchor="t">
            <a:normAutofit/>
          </a:bodyPr>
          <a:lstStyle/>
          <a:p>
            <a:pPr>
              <a:spcAft>
                <a:spcPts val="300"/>
              </a:spcAft>
            </a:pPr>
            <a:r>
              <a:rPr lang="en-US" sz="1100" b="1" dirty="0">
                <a:solidFill>
                  <a:schemeClr val="accent4"/>
                </a:solidFill>
              </a:rPr>
              <a:t>One backtest, one year</a:t>
            </a:r>
          </a:p>
          <a:p>
            <a:r>
              <a:rPr lang="en-US" sz="900" dirty="0"/>
              <a:t>The valuation signal was found at a single 2025 anchor. Mitigation: second and third anchors before scaling; paper-trade two quarters.</a:t>
            </a:r>
          </a:p>
        </p:txBody>
      </p:sp>
      <p:sp>
        <p:nvSpPr>
          <p:cNvPr id="54" name="Text"/>
          <p:cNvSpPr txBox="1"/>
          <p:nvPr/>
        </p:nvSpPr>
        <p:spPr>
          <a:xfrm>
            <a:off x="3088567" y="1344613"/>
            <a:ext cx="2506548" cy="1866952"/>
          </a:xfrm>
          <a:prstGeom prst="roundRect">
            <a:avLst/>
          </a:prstGeom>
          <a:noFill/>
          <a:ln w="9525">
            <a:solidFill>
              <a:schemeClr val="accent3"/>
            </a:solidFill>
          </a:ln>
        </p:spPr>
        <p:txBody>
          <a:bodyPr wrap="square" lIns="91440" tIns="91440" rIns="91440" bIns="91440" anchor="t">
            <a:normAutofit/>
          </a:bodyPr>
          <a:lstStyle/>
          <a:p>
            <a:pPr>
              <a:spcAft>
                <a:spcPts val="300"/>
              </a:spcAft>
            </a:pPr>
            <a:r>
              <a:rPr lang="en-US" sz="1100" b="1" dirty="0">
                <a:solidFill>
                  <a:schemeClr val="accent4"/>
                </a:solidFill>
              </a:rPr>
              <a:t>Value trap despite the call</a:t>
            </a:r>
          </a:p>
          <a:p>
            <a:r>
              <a:rPr lang="en-US" sz="900" dirty="0"/>
              <a:t>A word-count tone can be gamed by upbeat language. Mitigation: hedging and legal-vocabulary rates, tone change, and the technical gate.</a:t>
            </a:r>
          </a:p>
        </p:txBody>
      </p:sp>
      <p:sp>
        <p:nvSpPr>
          <p:cNvPr id="55" name="Text"/>
          <p:cNvSpPr txBox="1"/>
          <p:nvPr/>
        </p:nvSpPr>
        <p:spPr>
          <a:xfrm>
            <a:off x="5715115" y="1344613"/>
            <a:ext cx="2506548" cy="1866952"/>
          </a:xfrm>
          <a:prstGeom prst="roundRect">
            <a:avLst/>
          </a:prstGeom>
          <a:noFill/>
          <a:ln w="9525">
            <a:solidFill>
              <a:schemeClr val="accent3"/>
            </a:solidFill>
          </a:ln>
        </p:spPr>
        <p:txBody>
          <a:bodyPr wrap="square" lIns="91440" tIns="91440" rIns="91440" bIns="91440" anchor="t">
            <a:normAutofit/>
          </a:bodyPr>
          <a:lstStyle/>
          <a:p>
            <a:pPr>
              <a:spcAft>
                <a:spcPts val="300"/>
              </a:spcAft>
            </a:pPr>
            <a:r>
              <a:rPr lang="en-US" sz="1100" b="1" dirty="0">
                <a:solidFill>
                  <a:schemeClr val="accent4"/>
                </a:solidFill>
              </a:rPr>
              <a:t>Estimation error in weights</a:t>
            </a:r>
          </a:p>
          <a:p>
            <a:r>
              <a:rPr lang="en-US" sz="900" dirty="0"/>
              <a:t>Expected returns are historical means. Mitigation: 2–10% bands, industry cap, min-variance shown beside max-Sharpe.</a:t>
            </a:r>
          </a:p>
        </p:txBody>
      </p:sp>
      <p:sp>
        <p:nvSpPr>
          <p:cNvPr id="56" name="Text"/>
          <p:cNvSpPr txBox="1"/>
          <p:nvPr/>
        </p:nvSpPr>
        <p:spPr>
          <a:xfrm>
            <a:off x="462019" y="3331565"/>
            <a:ext cx="2506548" cy="1866952"/>
          </a:xfrm>
          <a:prstGeom prst="roundRect">
            <a:avLst/>
          </a:prstGeom>
          <a:noFill/>
          <a:ln w="9525">
            <a:solidFill>
              <a:schemeClr val="accent3"/>
            </a:solidFill>
          </a:ln>
        </p:spPr>
        <p:txBody>
          <a:bodyPr wrap="square" lIns="91440" tIns="91440" rIns="91440" bIns="91440" anchor="t">
            <a:normAutofit/>
          </a:bodyPr>
          <a:lstStyle/>
          <a:p>
            <a:pPr>
              <a:spcAft>
                <a:spcPts val="300"/>
              </a:spcAft>
            </a:pPr>
            <a:r>
              <a:rPr lang="en-US" sz="1100" b="1" dirty="0">
                <a:solidFill>
                  <a:schemeClr val="accent4"/>
                </a:solidFill>
              </a:rPr>
              <a:t>Concentration by industry</a:t>
            </a:r>
          </a:p>
          <a:p>
            <a:r>
              <a:rPr lang="en-US" sz="900" dirty="0"/>
              <a:t>12 industries; Health Care and Energy carry several names. Mitigation: cap of four per industry; monitor sector beta.</a:t>
            </a:r>
          </a:p>
        </p:txBody>
      </p:sp>
      <p:sp>
        <p:nvSpPr>
          <p:cNvPr id="57" name="Text"/>
          <p:cNvSpPr txBox="1"/>
          <p:nvPr/>
        </p:nvSpPr>
        <p:spPr>
          <a:xfrm>
            <a:off x="3088567" y="3331565"/>
            <a:ext cx="2506548" cy="1866952"/>
          </a:xfrm>
          <a:prstGeom prst="roundRect">
            <a:avLst/>
          </a:prstGeom>
          <a:noFill/>
          <a:ln w="9525">
            <a:solidFill>
              <a:schemeClr val="accent3"/>
            </a:solidFill>
          </a:ln>
        </p:spPr>
        <p:txBody>
          <a:bodyPr wrap="square" lIns="91440" tIns="91440" rIns="91440" bIns="91440" anchor="t">
            <a:normAutofit/>
          </a:bodyPr>
          <a:lstStyle/>
          <a:p>
            <a:pPr>
              <a:spcAft>
                <a:spcPts val="300"/>
              </a:spcAft>
            </a:pPr>
            <a:r>
              <a:rPr lang="en-US" sz="1100" b="1" dirty="0">
                <a:solidFill>
                  <a:schemeClr val="accent4"/>
                </a:solidFill>
              </a:rPr>
              <a:t>Data and vendor risk</a:t>
            </a:r>
          </a:p>
          <a:p>
            <a:r>
              <a:rPr lang="en-US" sz="900" dirty="0"/>
              <a:t>Free tiers, rate limits, an archive that stops. Mitigation: layered providers, persisted cache, explicit “stale” states.</a:t>
            </a:r>
          </a:p>
        </p:txBody>
      </p:sp>
      <p:sp>
        <p:nvSpPr>
          <p:cNvPr id="58" name="Text"/>
          <p:cNvSpPr txBox="1"/>
          <p:nvPr/>
        </p:nvSpPr>
        <p:spPr>
          <a:xfrm>
            <a:off x="5715115" y="3331565"/>
            <a:ext cx="2506548" cy="1866952"/>
          </a:xfrm>
          <a:prstGeom prst="roundRect">
            <a:avLst/>
          </a:prstGeom>
          <a:noFill/>
          <a:ln w="9525">
            <a:solidFill>
              <a:schemeClr val="accent3"/>
            </a:solidFill>
          </a:ln>
        </p:spPr>
        <p:txBody>
          <a:bodyPr wrap="square" lIns="91440" tIns="91440" rIns="91440" bIns="91440" anchor="t">
            <a:normAutofit/>
          </a:bodyPr>
          <a:lstStyle/>
          <a:p>
            <a:pPr>
              <a:spcAft>
                <a:spcPts val="300"/>
              </a:spcAft>
            </a:pPr>
            <a:r>
              <a:rPr lang="en-US" sz="1100" b="1" dirty="0">
                <a:solidFill>
                  <a:schemeClr val="accent4"/>
                </a:solidFill>
              </a:rPr>
              <a:t>Automation without oversight</a:t>
            </a:r>
          </a:p>
          <a:p>
            <a:r>
              <a:rPr lang="en-US" sz="900" dirty="0"/>
              <a:t>Knight Capital: rules executing unwatched. Mitigation: quarterly human review, no automated trading, every signal labelled and dated.</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 name="Titel"/>
          <p:cNvSpPr>
            <a:spLocks noGrp="1"/>
          </p:cNvSpPr>
          <p:nvPr>
            <p:ph type="title"/>
          </p:nvPr>
        </p:nvSpPr>
        <p:spPr/>
        <p:txBody>
          <a:bodyPr>
            <a:normAutofit/>
          </a:bodyPr>
          <a:lstStyle/>
          <a:p>
            <a:r>
              <a:rPr lang="en-US" dirty="0"/>
              <a:t>Questions you will ask, and the answers</a:t>
            </a:r>
          </a:p>
        </p:txBody>
      </p:sp>
      <p:sp>
        <p:nvSpPr>
          <p:cNvPr id="60" name="Text"/>
          <p:cNvSpPr txBox="1"/>
          <p:nvPr/>
        </p:nvSpPr>
        <p:spPr>
          <a:xfrm>
            <a:off x="462019" y="1344613"/>
            <a:ext cx="7759644" cy="3853905"/>
          </a:xfrm>
          <a:prstGeom prst="rect">
            <a:avLst/>
          </a:prstGeom>
          <a:noFill/>
          <a:ln>
            <a:noFill/>
          </a:ln>
        </p:spPr>
        <p:txBody>
          <a:bodyPr wrap="square" lIns="91440" tIns="91440" rIns="91440" bIns="91440" anchor="t">
            <a:normAutofit/>
          </a:bodyPr>
          <a:lstStyle/>
          <a:p>
            <a:pPr>
              <a:spcAft>
                <a:spcPts val="200"/>
              </a:spcAft>
              <a:buNone/>
            </a:pPr>
            <a:r>
              <a:rPr lang="en-US" sz="1200" b="1" dirty="0">
                <a:solidFill>
                  <a:schemeClr val="accent4"/>
                </a:solidFill>
              </a:rPr>
              <a:t>“Your Sharpe beats SPY — why should I believe it?”</a:t>
            </a:r>
          </a:p>
          <a:p>
            <a:pPr>
              <a:spcAft>
                <a:spcPts val="700"/>
              </a:spcAft>
              <a:buNone/>
            </a:pPr>
            <a:r>
              <a:rPr lang="en-US" sz="1000" dirty="0"/>
              <a:t>You shouldn't, as a forecast. It is in-sample on 504 days. Believe the process: one factor with out-of-sample evidence, two independent checks, and a dashboard that shows the fit and the stale states rather than hiding them.</a:t>
            </a:r>
          </a:p>
          <a:p>
            <a:pPr>
              <a:spcAft>
                <a:spcPts val="200"/>
              </a:spcAft>
              <a:buNone/>
            </a:pPr>
            <a:r>
              <a:rPr lang="en-US" sz="1200" b="1" dirty="0">
                <a:solidFill>
                  <a:schemeClr val="accent4"/>
                </a:solidFill>
              </a:rPr>
              <a:t>“Why not just buy cheap stocks?”</a:t>
            </a:r>
          </a:p>
          <a:p>
            <a:pPr>
              <a:spcAft>
                <a:spcPts val="700"/>
              </a:spcAft>
              <a:buNone/>
            </a:pPr>
            <a:r>
              <a:rPr lang="en-US" sz="1000" dirty="0"/>
              <a:t>Because cheap alone was the 128-name rejection in reverse: half the cheap names were cheap for a reason. The call tone and the trend filter turn a screen into a portfolio.</a:t>
            </a:r>
          </a:p>
          <a:p>
            <a:pPr>
              <a:spcAft>
                <a:spcPts val="200"/>
              </a:spcAft>
              <a:buNone/>
            </a:pPr>
            <a:r>
              <a:rPr lang="en-US" sz="1200" b="1" dirty="0">
                <a:solidFill>
                  <a:schemeClr val="accent4"/>
                </a:solidFill>
              </a:rPr>
              <a:t>“What if the model is wrong about profitability?”</a:t>
            </a:r>
          </a:p>
          <a:p>
            <a:pPr>
              <a:spcAft>
                <a:spcPts val="700"/>
              </a:spcAft>
              <a:buNone/>
            </a:pPr>
            <a:r>
              <a:rPr lang="en-US" sz="1000" dirty="0"/>
              <a:t>Then we hold fewer high-margin names than a quality strategy would, and the min-variance view is the hedge. The finding was one year; the rule is re-tested with every anchor we add.</a:t>
            </a:r>
          </a:p>
          <a:p>
            <a:pPr>
              <a:spcAft>
                <a:spcPts val="200"/>
              </a:spcAft>
              <a:buNone/>
            </a:pPr>
            <a:r>
              <a:rPr lang="en-US" sz="1200" b="1" dirty="0">
                <a:solidFill>
                  <a:schemeClr val="accent4"/>
                </a:solidFill>
              </a:rPr>
              <a:t>“Who pulls the trigger?”</a:t>
            </a:r>
          </a:p>
          <a:p>
            <a:pPr>
              <a:spcAft>
                <a:spcPts val="700"/>
              </a:spcAft>
              <a:buNone/>
            </a:pPr>
            <a:r>
              <a:rPr lang="en-US" sz="1000" dirty="0"/>
              <a:t>A person, quarterly, after earnings season. The application recommends; it never trades. That is the Knight Capital lesson applied.</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 name="Text"/>
          <p:cNvSpPr>
            <a:spLocks noGrp="1"/>
          </p:cNvSpPr>
          <p:nvPr>
            <p:ph type="body"/>
          </p:nvPr>
        </p:nvSpPr>
        <p:spPr>
          <a:xfrm>
            <a:off x="1684020" y="2559843"/>
            <a:ext cx="2763926" cy="1811291"/>
          </a:xfrm>
        </p:spPr>
        <p:txBody>
          <a:bodyPr>
            <a:normAutofit/>
          </a:bodyPr>
          <a:lstStyle/>
          <a:p>
            <a:r>
              <a:rPr lang="en-US" sz="1800" b="1" dirty="0"/>
              <a:t>Decision requested</a:t>
            </a:r>
          </a:p>
          <a:p>
            <a:r>
              <a:rPr lang="en-US" sz="1200" dirty="0"/>
              <a:t>Approve $1M into the 16-name maximum-Sharpe basket, 2–10% per name</a:t>
            </a:r>
          </a:p>
          <a:p>
            <a:r>
              <a:rPr lang="en-US" sz="1200" dirty="0"/>
              <a:t>Quarterly re-screen after earnings season; two quarters of paper-tracking reported back to this committee</a:t>
            </a:r>
          </a:p>
          <a:p>
            <a:r>
              <a:rPr lang="en-US" sz="1200" dirty="0"/>
              <a:t>Second and third backtest anchors before any scale-up</a:t>
            </a:r>
          </a:p>
          <a:p>
            <a:r>
              <a:rPr lang="en-US" sz="800" dirty="0"/>
              <a:t> </a:t>
            </a:r>
          </a:p>
          <a:p>
            <a:r>
              <a:rPr lang="en-US" sz="1000" dirty="0">
                <a:solidFill>
                  <a:schemeClr val="accent1"/>
                </a:solidFill>
              </a:rPr>
              <a:t>https://jakobhofer-kg16.github.io/equity-lens/#/portfolio</a:t>
            </a:r>
          </a:p>
          <a:p>
            <a:r>
              <a:rPr lang="en-US" sz="1000" dirty="0">
                <a:solidFill>
                  <a:schemeClr val="accent1"/>
                </a:solidFill>
              </a:rPr>
              <a:t>github.com/jakobhofer-kg16/equity-lens</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ELECTEDLANGUAGE" val="German Austria"/>
</p:tagLst>
</file>

<file path=ppt/theme/theme1.xml><?xml version="1.0" encoding="utf-8"?>
<a:theme xmlns:a="http://schemas.openxmlformats.org/drawingml/2006/main" name="WU 16:10">
  <a:themeElements>
    <a:clrScheme name="WU EA 2022 Update">
      <a:dk1>
        <a:srgbClr val="000000"/>
      </a:dk1>
      <a:lt1>
        <a:sysClr val="window" lastClr="FFFFFF"/>
      </a:lt1>
      <a:dk2>
        <a:srgbClr val="2A739E"/>
      </a:dk2>
      <a:lt2>
        <a:srgbClr val="84B8DB"/>
      </a:lt2>
      <a:accent1>
        <a:srgbClr val="2A739E"/>
      </a:accent1>
      <a:accent2>
        <a:srgbClr val="818E95"/>
      </a:accent2>
      <a:accent3>
        <a:srgbClr val="84B8DB"/>
      </a:accent3>
      <a:accent4>
        <a:srgbClr val="003356"/>
      </a:accent4>
      <a:accent5>
        <a:srgbClr val="53636D"/>
      </a:accent5>
      <a:accent6>
        <a:srgbClr val="4ABCDB"/>
      </a:accent6>
      <a:hlink>
        <a:srgbClr val="DCEFF6"/>
      </a:hlink>
      <a:folHlink>
        <a:srgbClr val="003356"/>
      </a:folHlink>
    </a:clrScheme>
    <a:fontScheme name="WU neu">
      <a:majorFont>
        <a:latin typeface="Georgia"/>
        <a:ea typeface=""/>
        <a:cs typeface=""/>
      </a:majorFont>
      <a:minorFont>
        <a:latin typeface="Verdan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WU Farbschema neu">
        <a:dk1>
          <a:srgbClr val="000000"/>
        </a:dk1>
        <a:lt1>
          <a:sysClr val="window" lastClr="FFFFFF"/>
        </a:lt1>
        <a:dk2>
          <a:srgbClr val="002E60"/>
        </a:dk2>
        <a:lt2>
          <a:srgbClr val="E5F5FA"/>
        </a:lt2>
        <a:accent1>
          <a:srgbClr val="0096D3"/>
        </a:accent1>
        <a:accent2>
          <a:srgbClr val="002E60"/>
        </a:accent2>
        <a:accent3>
          <a:srgbClr val="532481"/>
        </a:accent3>
        <a:accent4>
          <a:srgbClr val="457AA0"/>
        </a:accent4>
        <a:accent5>
          <a:srgbClr val="A991C0"/>
        </a:accent5>
        <a:accent6>
          <a:srgbClr val="7FCAE9"/>
        </a:accent6>
        <a:hlink>
          <a:srgbClr val="406288"/>
        </a:hlink>
        <a:folHlink>
          <a:srgbClr val="008FAA"/>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Präsentation1" id="{4B2C3AE9-3B0D-4303-9C23-30362EC49874}" vid="{A6C6402E-CECF-47DF-B52D-88C5A873FB8D}"/>
    </a:ext>
  </a:extLst>
</a:theme>
</file>

<file path=ppt/theme/theme2.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93bd6c69-c99c-4a93-b6fb-f19795f8ab01">
      <Terms xmlns="http://schemas.microsoft.com/office/infopath/2007/PartnerControls"/>
    </lcf76f155ced4ddcb4097134ff3c332f>
    <TaxCatchAll xmlns="23078196-0105-4303-89b3-2bb01f297941"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kument" ma:contentTypeID="0x010100D6334B13325A9045B2B743788C8AFA35" ma:contentTypeVersion="11" ma:contentTypeDescription="Ein neues Dokument erstellen." ma:contentTypeScope="" ma:versionID="98beee98d17d0d9a4d167fa706bf1ce4">
  <xsd:schema xmlns:xsd="http://www.w3.org/2001/XMLSchema" xmlns:xs="http://www.w3.org/2001/XMLSchema" xmlns:p="http://schemas.microsoft.com/office/2006/metadata/properties" xmlns:ns2="93bd6c69-c99c-4a93-b6fb-f19795f8ab01" xmlns:ns3="23078196-0105-4303-89b3-2bb01f297941" targetNamespace="http://schemas.microsoft.com/office/2006/metadata/properties" ma:root="true" ma:fieldsID="e170f7e3c5b04b89049cd19687029e35" ns2:_="" ns3:_="">
    <xsd:import namespace="93bd6c69-c99c-4a93-b6fb-f19795f8ab01"/>
    <xsd:import namespace="23078196-0105-4303-89b3-2bb01f297941"/>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lcf76f155ced4ddcb4097134ff3c332f" minOccurs="0"/>
                <xsd:element ref="ns3:TaxCatchAll" minOccurs="0"/>
                <xsd:element ref="ns2:MediaServiceDateTaken" minOccurs="0"/>
                <xsd:element ref="ns2:MediaServiceGenerationTime" minOccurs="0"/>
                <xsd:element ref="ns2:MediaServiceEventHashCode" minOccurs="0"/>
                <xsd:element ref="ns2:MediaServiceOCR"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3bd6c69-c99c-4a93-b6fb-f19795f8ab0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3" nillable="true" ma:taxonomy="true" ma:internalName="lcf76f155ced4ddcb4097134ff3c332f" ma:taxonomyFieldName="MediaServiceImageTags" ma:displayName="Bildmarkierungen" ma:readOnly="false" ma:fieldId="{5cf76f15-5ced-4ddc-b409-7134ff3c332f}" ma:taxonomyMulti="true" ma:sspId="1a14e36f-e084-4b04-bba6-548b1473dca1"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3078196-0105-4303-89b3-2bb01f297941"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649c3156-e41c-44a0-8fa3-d0eddff89778}" ma:internalName="TaxCatchAll" ma:showField="CatchAllData" ma:web="23078196-0105-4303-89b3-2bb01f29794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7480E3D4-1F45-4BE1-ACD4-074ED90ECFE1}">
  <ds:schemaRefs>
    <ds:schemaRef ds:uri="http://schemas.microsoft.com/sharepoint/v3/contenttype/forms"/>
  </ds:schemaRefs>
</ds:datastoreItem>
</file>

<file path=customXml/itemProps2.xml><?xml version="1.0" encoding="utf-8"?>
<ds:datastoreItem xmlns:ds="http://schemas.openxmlformats.org/officeDocument/2006/customXml" ds:itemID="{21C229A7-1513-4B55-974C-8964DD90F750}">
  <ds:schemaRefs>
    <ds:schemaRef ds:uri="http://schemas.microsoft.com/office/2006/documentManagement/types"/>
    <ds:schemaRef ds:uri="http://purl.org/dc/terms/"/>
    <ds:schemaRef ds:uri="http://schemas.openxmlformats.org/package/2006/metadata/core-properties"/>
    <ds:schemaRef ds:uri="http://purl.org/dc/elements/1.1/"/>
    <ds:schemaRef ds:uri="http://www.w3.org/XML/1998/namespace"/>
    <ds:schemaRef ds:uri="http://schemas.microsoft.com/office/2006/metadata/properties"/>
    <ds:schemaRef ds:uri="http://schemas.microsoft.com/office/infopath/2007/PartnerControls"/>
    <ds:schemaRef ds:uri="http://purl.org/dc/dcmitype/"/>
    <ds:schemaRef ds:uri="93bd6c69-c99c-4a93-b6fb-f19795f8ab01"/>
    <ds:schemaRef ds:uri="23078196-0105-4303-89b3-2bb01f297941"/>
  </ds:schemaRefs>
</ds:datastoreItem>
</file>

<file path=customXml/itemProps3.xml><?xml version="1.0" encoding="utf-8"?>
<ds:datastoreItem xmlns:ds="http://schemas.openxmlformats.org/officeDocument/2006/customXml" ds:itemID="{9217630B-7CC2-4DB4-8D58-E6F62B75981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93bd6c69-c99c-4a93-b6fb-f19795f8ab01"/>
    <ds:schemaRef ds:uri="23078196-0105-4303-89b3-2bb01f29794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WU EA PPT Layout 16x10 Update (1)</Template>
  <TotalTime>0</TotalTime>
  <Words>1754</Words>
  <Application>Microsoft Office PowerPoint</Application>
  <PresentationFormat>Bildschirmpräsentation (16:10)</PresentationFormat>
  <Paragraphs>249</Paragraphs>
  <Slides>14</Slides>
  <Notes>0</Notes>
  <HiddenSlides>0</HiddenSlides>
  <MMClips>0</MMClips>
  <ScaleCrop>false</ScaleCrop>
  <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Riedl, Ina</dc:creator>
  <cp:lastModifiedBy>Riedl, Ina</cp:lastModifiedBy>
  <cp:revision>1</cp:revision>
  <dcterms:created xsi:type="dcterms:W3CDTF">2025-06-04T13:08:55Z</dcterms:created>
  <dcterms:modified xsi:type="dcterms:W3CDTF">2025-06-04T13:10:42Z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0x010100D6334B13325A9045B2B743788C8AFA35</vt:lpwstr>
  </property>
  <property fmtid="{D5CDD505-2E9C-101B-9397-08002B2CF9AE}" pid="3" name="Order">
    <vt:r8>41000</vt:r8>
  </property>
</Properties>
</file>